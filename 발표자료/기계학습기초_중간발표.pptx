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81" r:id="rId3"/>
    <p:sldId id="283" r:id="rId4"/>
    <p:sldId id="282" r:id="rId5"/>
    <p:sldId id="284" r:id="rId6"/>
    <p:sldId id="285" r:id="rId7"/>
    <p:sldId id="262" r:id="rId8"/>
  </p:sldIdLst>
  <p:sldSz cx="12192000" cy="6858000"/>
  <p:notesSz cx="6858000" cy="9144000"/>
  <p:embeddedFontLst>
    <p:embeddedFont>
      <p:font typeface="G마켓 산스 Medium" panose="02000000000000000000" pitchFamily="50" charset="-127"/>
      <p:regular r:id="rId10"/>
    </p:embeddedFont>
    <p:embeddedFont>
      <p:font typeface="나눔고딕 ExtraBold" panose="020D0904000000000000" pitchFamily="50" charset="-127"/>
      <p:bold r:id="rId11"/>
    </p:embeddedFont>
    <p:embeddedFont>
      <p:font typeface="나눔스퀘어라운드OTF Bold" panose="020B0600000101010101" pitchFamily="34" charset="-127"/>
      <p:bold r:id="rId12"/>
    </p:embeddedFont>
    <p:embeddedFont>
      <p:font typeface="나눔스퀘어라운드OTF ExtraBold" panose="020B0600000101010101" pitchFamily="34" charset="-127"/>
      <p:bold r:id="rId13"/>
    </p:embeddedFont>
    <p:embeddedFont>
      <p:font typeface="G마켓 산스 Bold" panose="02000000000000000000" pitchFamily="50" charset="-127"/>
      <p:regular r:id="rId14"/>
    </p:embeddedFont>
    <p:embeddedFont>
      <p:font typeface="나눔고딕 Light" panose="020D0904000000000000" pitchFamily="50" charset="-127"/>
      <p:regular r:id="rId15"/>
    </p:embeddedFont>
    <p:embeddedFont>
      <p:font typeface="나눔스퀘어 Bold" panose="020B0600000101010101" pitchFamily="50" charset="-127"/>
      <p:bold r:id="rId16"/>
    </p:embeddedFont>
    <p:embeddedFont>
      <p:font typeface="나눔스퀘어 ExtraBold" panose="020B0600000101010101" pitchFamily="50" charset="-127"/>
      <p:bold r:id="rId17"/>
    </p:embeddedFont>
    <p:embeddedFont>
      <p:font typeface="나눔스퀘어OTF_ac ExtraBold" panose="020B0600000101010101" pitchFamily="34" charset="-127"/>
      <p:bold r:id="rId18"/>
    </p:embeddedFont>
    <p:embeddedFont>
      <p:font typeface="나눔스퀘어라운드 Bold" panose="020B0600000101010101" pitchFamily="50" charset="-127"/>
      <p:bold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에스코어 드림 7 ExtraBold" panose="020B0803030302020204" pitchFamily="34" charset="-127"/>
      <p:bold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262626"/>
    <a:srgbClr val="D9D9D9"/>
    <a:srgbClr val="C4302B"/>
    <a:srgbClr val="FFFFFF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44F08-1AA2-409A-9D83-AECE467BAEDD}" v="135" dt="2024-11-10T09:44:11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 autoAdjust="0"/>
    <p:restoredTop sz="94008" autoAdjust="0"/>
  </p:normalViewPr>
  <p:slideViewPr>
    <p:cSldViewPr snapToGrid="0">
      <p:cViewPr>
        <p:scale>
          <a:sx n="150" d="100"/>
          <a:sy n="150" d="100"/>
        </p:scale>
        <p:origin x="1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현의" userId="cdc92b9d-c30e-4a55-86d2-6d0cf9507a66" providerId="ADAL" clId="{DDD44F08-1AA2-409A-9D83-AECE467BAEDD}"/>
    <pc:docChg chg="undo redo custSel addSld delSld modSld sldOrd">
      <pc:chgData name="김현의" userId="cdc92b9d-c30e-4a55-86d2-6d0cf9507a66" providerId="ADAL" clId="{DDD44F08-1AA2-409A-9D83-AECE467BAEDD}" dt="2024-11-10T09:44:11.903" v="1976" actId="1076"/>
      <pc:docMkLst>
        <pc:docMk/>
      </pc:docMkLst>
      <pc:sldChg chg="addSp modSp mod modNotesTx">
        <pc:chgData name="김현의" userId="cdc92b9d-c30e-4a55-86d2-6d0cf9507a66" providerId="ADAL" clId="{DDD44F08-1AA2-409A-9D83-AECE467BAEDD}" dt="2024-11-10T08:18:38.494" v="1057" actId="20577"/>
        <pc:sldMkLst>
          <pc:docMk/>
          <pc:sldMk cId="3682429938" sldId="256"/>
        </pc:sldMkLst>
        <pc:spChg chg="add mod">
          <ac:chgData name="김현의" userId="cdc92b9d-c30e-4a55-86d2-6d0cf9507a66" providerId="ADAL" clId="{DDD44F08-1AA2-409A-9D83-AECE467BAEDD}" dt="2024-11-10T08:18:15.255" v="1056" actId="1076"/>
          <ac:spMkLst>
            <pc:docMk/>
            <pc:sldMk cId="3682429938" sldId="256"/>
            <ac:spMk id="2" creationId="{BB8FBDD7-8E94-DDD8-B36E-E2D1CCD9C287}"/>
          </ac:spMkLst>
        </pc:spChg>
      </pc:sldChg>
      <pc:sldChg chg="del">
        <pc:chgData name="김현의" userId="cdc92b9d-c30e-4a55-86d2-6d0cf9507a66" providerId="ADAL" clId="{DDD44F08-1AA2-409A-9D83-AECE467BAEDD}" dt="2024-11-10T08:04:36.773" v="838" actId="47"/>
        <pc:sldMkLst>
          <pc:docMk/>
          <pc:sldMk cId="454328028" sldId="267"/>
        </pc:sldMkLst>
      </pc:sldChg>
      <pc:sldChg chg="del">
        <pc:chgData name="김현의" userId="cdc92b9d-c30e-4a55-86d2-6d0cf9507a66" providerId="ADAL" clId="{DDD44F08-1AA2-409A-9D83-AECE467BAEDD}" dt="2024-11-10T08:04:38.246" v="839" actId="47"/>
        <pc:sldMkLst>
          <pc:docMk/>
          <pc:sldMk cId="1048638658" sldId="268"/>
        </pc:sldMkLst>
      </pc:sldChg>
      <pc:sldChg chg="del">
        <pc:chgData name="김현의" userId="cdc92b9d-c30e-4a55-86d2-6d0cf9507a66" providerId="ADAL" clId="{DDD44F08-1AA2-409A-9D83-AECE467BAEDD}" dt="2024-11-10T08:50:34.706" v="1110" actId="47"/>
        <pc:sldMkLst>
          <pc:docMk/>
          <pc:sldMk cId="2280160766" sldId="269"/>
        </pc:sldMkLst>
      </pc:sldChg>
      <pc:sldChg chg="del">
        <pc:chgData name="김현의" userId="cdc92b9d-c30e-4a55-86d2-6d0cf9507a66" providerId="ADAL" clId="{DDD44F08-1AA2-409A-9D83-AECE467BAEDD}" dt="2024-11-10T08:50:34.706" v="1110" actId="47"/>
        <pc:sldMkLst>
          <pc:docMk/>
          <pc:sldMk cId="266806557" sldId="270"/>
        </pc:sldMkLst>
      </pc:sldChg>
      <pc:sldChg chg="del">
        <pc:chgData name="김현의" userId="cdc92b9d-c30e-4a55-86d2-6d0cf9507a66" providerId="ADAL" clId="{DDD44F08-1AA2-409A-9D83-AECE467BAEDD}" dt="2024-11-10T08:50:34.706" v="1110" actId="47"/>
        <pc:sldMkLst>
          <pc:docMk/>
          <pc:sldMk cId="2905743540" sldId="271"/>
        </pc:sldMkLst>
      </pc:sldChg>
      <pc:sldChg chg="addSp delSp modSp del mod modNotesTx">
        <pc:chgData name="김현의" userId="cdc92b9d-c30e-4a55-86d2-6d0cf9507a66" providerId="ADAL" clId="{DDD44F08-1AA2-409A-9D83-AECE467BAEDD}" dt="2024-11-10T08:50:34.706" v="1110" actId="47"/>
        <pc:sldMkLst>
          <pc:docMk/>
          <pc:sldMk cId="4191258473" sldId="272"/>
        </pc:sldMkLst>
        <pc:spChg chg="del mod">
          <ac:chgData name="김현의" userId="cdc92b9d-c30e-4a55-86d2-6d0cf9507a66" providerId="ADAL" clId="{DDD44F08-1AA2-409A-9D83-AECE467BAEDD}" dt="2024-11-10T07:53:08.247" v="217" actId="478"/>
          <ac:spMkLst>
            <pc:docMk/>
            <pc:sldMk cId="4191258473" sldId="272"/>
            <ac:spMk id="6" creationId="{5EF02739-8647-6BB4-3D25-58C2386429FC}"/>
          </ac:spMkLst>
        </pc:spChg>
        <pc:spChg chg="mod">
          <ac:chgData name="김현의" userId="cdc92b9d-c30e-4a55-86d2-6d0cf9507a66" providerId="ADAL" clId="{DDD44F08-1AA2-409A-9D83-AECE467BAEDD}" dt="2024-11-10T08:11:52.372" v="915" actId="207"/>
          <ac:spMkLst>
            <pc:docMk/>
            <pc:sldMk cId="4191258473" sldId="272"/>
            <ac:spMk id="7" creationId="{7AE17225-D9C6-4A4E-2CEB-C7CFCCFC5136}"/>
          </ac:spMkLst>
        </pc:spChg>
        <pc:spChg chg="mod">
          <ac:chgData name="김현의" userId="cdc92b9d-c30e-4a55-86d2-6d0cf9507a66" providerId="ADAL" clId="{DDD44F08-1AA2-409A-9D83-AECE467BAEDD}" dt="2024-11-10T08:12:11.634" v="918" actId="207"/>
          <ac:spMkLst>
            <pc:docMk/>
            <pc:sldMk cId="4191258473" sldId="272"/>
            <ac:spMk id="8" creationId="{C9856E2D-3C32-95B3-CE8A-B2F68FAD4DAC}"/>
          </ac:spMkLst>
        </pc:spChg>
        <pc:spChg chg="mod">
          <ac:chgData name="김현의" userId="cdc92b9d-c30e-4a55-86d2-6d0cf9507a66" providerId="ADAL" clId="{DDD44F08-1AA2-409A-9D83-AECE467BAEDD}" dt="2024-11-10T08:08:46.392" v="890" actId="20577"/>
          <ac:spMkLst>
            <pc:docMk/>
            <pc:sldMk cId="4191258473" sldId="272"/>
            <ac:spMk id="10" creationId="{3770CD94-5F5D-A31B-002A-E476C3AACE4C}"/>
          </ac:spMkLst>
        </pc:spChg>
        <pc:spChg chg="add del mod">
          <ac:chgData name="김현의" userId="cdc92b9d-c30e-4a55-86d2-6d0cf9507a66" providerId="ADAL" clId="{DDD44F08-1AA2-409A-9D83-AECE467BAEDD}" dt="2024-11-10T08:08:33.178" v="861" actId="164"/>
          <ac:spMkLst>
            <pc:docMk/>
            <pc:sldMk cId="4191258473" sldId="272"/>
            <ac:spMk id="14" creationId="{E2706C88-BE7D-E222-6540-3F7D7CF96255}"/>
          </ac:spMkLst>
        </pc:spChg>
        <pc:spChg chg="mod">
          <ac:chgData name="김현의" userId="cdc92b9d-c30e-4a55-86d2-6d0cf9507a66" providerId="ADAL" clId="{DDD44F08-1AA2-409A-9D83-AECE467BAEDD}" dt="2024-11-10T08:08:48.378" v="902" actId="20577"/>
          <ac:spMkLst>
            <pc:docMk/>
            <pc:sldMk cId="4191258473" sldId="272"/>
            <ac:spMk id="16" creationId="{02192DB5-5342-3998-F979-C0195D4D51CA}"/>
          </ac:spMkLst>
        </pc:spChg>
        <pc:spChg chg="mod">
          <ac:chgData name="김현의" userId="cdc92b9d-c30e-4a55-86d2-6d0cf9507a66" providerId="ADAL" clId="{DDD44F08-1AA2-409A-9D83-AECE467BAEDD}" dt="2024-11-10T07:56:09.417" v="475" actId="1076"/>
          <ac:spMkLst>
            <pc:docMk/>
            <pc:sldMk cId="4191258473" sldId="272"/>
            <ac:spMk id="18" creationId="{BC48F25E-C6A4-DFA1-AABA-0950204693F4}"/>
          </ac:spMkLst>
        </pc:spChg>
        <pc:spChg chg="mod">
          <ac:chgData name="김현의" userId="cdc92b9d-c30e-4a55-86d2-6d0cf9507a66" providerId="ADAL" clId="{DDD44F08-1AA2-409A-9D83-AECE467BAEDD}" dt="2024-11-10T08:04:46.188" v="851" actId="20577"/>
          <ac:spMkLst>
            <pc:docMk/>
            <pc:sldMk cId="4191258473" sldId="272"/>
            <ac:spMk id="19" creationId="{8FD12A25-AAE3-A936-6FEC-BF6C5648F116}"/>
          </ac:spMkLst>
        </pc:spChg>
        <pc:spChg chg="del mod">
          <ac:chgData name="김현의" userId="cdc92b9d-c30e-4a55-86d2-6d0cf9507a66" providerId="ADAL" clId="{DDD44F08-1AA2-409A-9D83-AECE467BAEDD}" dt="2024-11-10T07:54:18.091" v="312" actId="478"/>
          <ac:spMkLst>
            <pc:docMk/>
            <pc:sldMk cId="4191258473" sldId="272"/>
            <ac:spMk id="20" creationId="{87015110-E18B-D351-ED46-8D4EEBA169A3}"/>
          </ac:spMkLst>
        </pc:spChg>
        <pc:spChg chg="mod">
          <ac:chgData name="김현의" userId="cdc92b9d-c30e-4a55-86d2-6d0cf9507a66" providerId="ADAL" clId="{DDD44F08-1AA2-409A-9D83-AECE467BAEDD}" dt="2024-11-10T07:54:52.185" v="398"/>
          <ac:spMkLst>
            <pc:docMk/>
            <pc:sldMk cId="4191258473" sldId="272"/>
            <ac:spMk id="22" creationId="{0558F801-BE87-5382-682A-8354923CA37D}"/>
          </ac:spMkLst>
        </pc:spChg>
        <pc:spChg chg="mod">
          <ac:chgData name="김현의" userId="cdc92b9d-c30e-4a55-86d2-6d0cf9507a66" providerId="ADAL" clId="{DDD44F08-1AA2-409A-9D83-AECE467BAEDD}" dt="2024-11-10T07:56:14.019" v="481" actId="20577"/>
          <ac:spMkLst>
            <pc:docMk/>
            <pc:sldMk cId="4191258473" sldId="272"/>
            <ac:spMk id="23" creationId="{10D347F5-A45A-FC63-23AE-2714793DF30A}"/>
          </ac:spMkLst>
        </pc:spChg>
        <pc:spChg chg="add mod">
          <ac:chgData name="김현의" userId="cdc92b9d-c30e-4a55-86d2-6d0cf9507a66" providerId="ADAL" clId="{DDD44F08-1AA2-409A-9D83-AECE467BAEDD}" dt="2024-11-10T08:09:41.830" v="911" actId="1076"/>
          <ac:spMkLst>
            <pc:docMk/>
            <pc:sldMk cId="4191258473" sldId="272"/>
            <ac:spMk id="26" creationId="{D4DF0842-D969-CF5E-8E1E-8C1AFBEF5676}"/>
          </ac:spMkLst>
        </pc:spChg>
        <pc:spChg chg="mod">
          <ac:chgData name="김현의" userId="cdc92b9d-c30e-4a55-86d2-6d0cf9507a66" providerId="ADAL" clId="{DDD44F08-1AA2-409A-9D83-AECE467BAEDD}" dt="2024-11-10T07:58:18.542" v="641"/>
          <ac:spMkLst>
            <pc:docMk/>
            <pc:sldMk cId="4191258473" sldId="272"/>
            <ac:spMk id="28" creationId="{D728FFA5-35BF-00A7-66A5-2BE7C25BCF70}"/>
          </ac:spMkLst>
        </pc:spChg>
        <pc:spChg chg="mod">
          <ac:chgData name="김현의" userId="cdc92b9d-c30e-4a55-86d2-6d0cf9507a66" providerId="ADAL" clId="{DDD44F08-1AA2-409A-9D83-AECE467BAEDD}" dt="2024-11-10T07:58:29.849" v="686" actId="20577"/>
          <ac:spMkLst>
            <pc:docMk/>
            <pc:sldMk cId="4191258473" sldId="272"/>
            <ac:spMk id="29" creationId="{F46FE7DE-C402-C15A-0D8B-2A6FE7EE95B8}"/>
          </ac:spMkLst>
        </pc:spChg>
        <pc:spChg chg="add mod">
          <ac:chgData name="김현의" userId="cdc92b9d-c30e-4a55-86d2-6d0cf9507a66" providerId="ADAL" clId="{DDD44F08-1AA2-409A-9D83-AECE467BAEDD}" dt="2024-11-10T08:22:03.918" v="1061" actId="164"/>
          <ac:spMkLst>
            <pc:docMk/>
            <pc:sldMk cId="4191258473" sldId="272"/>
            <ac:spMk id="43" creationId="{B6614FE6-3803-7D44-97F9-033113F7BE3C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45" creationId="{92568E83-9E21-80CA-CB50-3E59AD68804F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46" creationId="{36959DAD-1F85-902B-51A5-9103D709C34F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48" creationId="{C67826C5-97AC-BB79-47CD-1AEA0EC7E689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49" creationId="{14F80AEF-3F54-D2B2-8206-14D07084168F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51" creationId="{3648170D-B5F0-DF76-2C6F-3214E0F651AD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52" creationId="{EC6D7385-D8A4-A1E7-C55C-5F615E26AB35}"/>
          </ac:spMkLst>
        </pc:spChg>
        <pc:spChg chg="add mod">
          <ac:chgData name="김현의" userId="cdc92b9d-c30e-4a55-86d2-6d0cf9507a66" providerId="ADAL" clId="{DDD44F08-1AA2-409A-9D83-AECE467BAEDD}" dt="2024-11-10T08:22:03.918" v="1061" actId="164"/>
          <ac:spMkLst>
            <pc:docMk/>
            <pc:sldMk cId="4191258473" sldId="272"/>
            <ac:spMk id="53" creationId="{E9CBD74C-9FF6-339C-1F5B-5056DEF17F5C}"/>
          </ac:spMkLst>
        </pc:spChg>
        <pc:spChg chg="add mod">
          <ac:chgData name="김현의" userId="cdc92b9d-c30e-4a55-86d2-6d0cf9507a66" providerId="ADAL" clId="{DDD44F08-1AA2-409A-9D83-AECE467BAEDD}" dt="2024-11-10T08:22:03.918" v="1061" actId="164"/>
          <ac:spMkLst>
            <pc:docMk/>
            <pc:sldMk cId="4191258473" sldId="272"/>
            <ac:spMk id="54" creationId="{F14F7E26-4EAF-0EDC-56AD-F110A3E7ACE3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57" creationId="{74956461-A41D-05F5-3488-06A71FD6F01C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58" creationId="{9C2F2E04-3BB2-B653-E0DD-D9992A19FF2B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59" creationId="{C5DD21E2-7929-7080-F5B0-5582859E15AE}"/>
          </ac:spMkLst>
        </pc:spChg>
        <pc:spChg chg="mod">
          <ac:chgData name="김현의" userId="cdc92b9d-c30e-4a55-86d2-6d0cf9507a66" providerId="ADAL" clId="{DDD44F08-1AA2-409A-9D83-AECE467BAEDD}" dt="2024-11-10T08:23:42.027" v="1070" actId="208"/>
          <ac:spMkLst>
            <pc:docMk/>
            <pc:sldMk cId="4191258473" sldId="272"/>
            <ac:spMk id="61" creationId="{53DA0F29-F9FE-B5EE-2466-0D4546BD8A71}"/>
          </ac:spMkLst>
        </pc:spChg>
        <pc:spChg chg="mod">
          <ac:chgData name="김현의" userId="cdc92b9d-c30e-4a55-86d2-6d0cf9507a66" providerId="ADAL" clId="{DDD44F08-1AA2-409A-9D83-AECE467BAEDD}" dt="2024-11-10T08:23:47.619" v="1071" actId="207"/>
          <ac:spMkLst>
            <pc:docMk/>
            <pc:sldMk cId="4191258473" sldId="272"/>
            <ac:spMk id="62" creationId="{85BB179B-3F02-85E4-529C-B305181B4893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1025" creationId="{338E9CD8-2BF2-815C-B2F5-F3F0AE6417AF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1026" creationId="{5007FBF3-CC78-5500-66F7-39A90A13C602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1027" creationId="{CA35C92E-F538-1F14-7A47-55E91C5ED219}"/>
          </ac:spMkLst>
        </pc:spChg>
        <pc:spChg chg="mod">
          <ac:chgData name="김현의" userId="cdc92b9d-c30e-4a55-86d2-6d0cf9507a66" providerId="ADAL" clId="{DDD44F08-1AA2-409A-9D83-AECE467BAEDD}" dt="2024-11-10T08:22:12.662" v="1063" actId="207"/>
          <ac:spMkLst>
            <pc:docMk/>
            <pc:sldMk cId="4191258473" sldId="272"/>
            <ac:spMk id="1029" creationId="{3AF45916-7603-DFC6-CF27-C5B3164C5F06}"/>
          </ac:spMkLst>
        </pc:spChg>
        <pc:spChg chg="mod">
          <ac:chgData name="김현의" userId="cdc92b9d-c30e-4a55-86d2-6d0cf9507a66" providerId="ADAL" clId="{DDD44F08-1AA2-409A-9D83-AECE467BAEDD}" dt="2024-11-10T08:22:09.518" v="1062" actId="207"/>
          <ac:spMkLst>
            <pc:docMk/>
            <pc:sldMk cId="4191258473" sldId="272"/>
            <ac:spMk id="1031" creationId="{9B1E3E4B-F2EA-7371-23A5-E42DB6EB1312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1034" creationId="{2B6253E6-7D6A-305B-6885-FC97D739BF8E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1035" creationId="{28965532-213D-38CD-D79D-D34183B7A38B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1036" creationId="{7606E81E-A84C-E0C3-D6C9-4B4009C4459A}"/>
          </ac:spMkLst>
        </pc:spChg>
        <pc:spChg chg="add mod">
          <ac:chgData name="김현의" userId="cdc92b9d-c30e-4a55-86d2-6d0cf9507a66" providerId="ADAL" clId="{DDD44F08-1AA2-409A-9D83-AECE467BAEDD}" dt="2024-11-10T08:22:03.918" v="1061" actId="164"/>
          <ac:spMkLst>
            <pc:docMk/>
            <pc:sldMk cId="4191258473" sldId="272"/>
            <ac:spMk id="1041" creationId="{39035DCD-F0A2-0084-D8AA-216F44A21402}"/>
          </ac:spMkLst>
        </pc:spChg>
        <pc:spChg chg="add mod">
          <ac:chgData name="김현의" userId="cdc92b9d-c30e-4a55-86d2-6d0cf9507a66" providerId="ADAL" clId="{DDD44F08-1AA2-409A-9D83-AECE467BAEDD}" dt="2024-11-10T08:22:03.918" v="1061" actId="164"/>
          <ac:spMkLst>
            <pc:docMk/>
            <pc:sldMk cId="4191258473" sldId="272"/>
            <ac:spMk id="1044" creationId="{DB1C1807-0808-B6CC-2242-218A8F4B4A28}"/>
          </ac:spMkLst>
        </pc:spChg>
        <pc:spChg chg="add mod">
          <ac:chgData name="김현의" userId="cdc92b9d-c30e-4a55-86d2-6d0cf9507a66" providerId="ADAL" clId="{DDD44F08-1AA2-409A-9D83-AECE467BAEDD}" dt="2024-11-10T08:22:03.918" v="1061" actId="164"/>
          <ac:spMkLst>
            <pc:docMk/>
            <pc:sldMk cId="4191258473" sldId="272"/>
            <ac:spMk id="1046" creationId="{9A7BEE0A-DAFC-242B-1136-863E3AAF09C4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1050" creationId="{DCB0E6F9-4A85-E780-5836-C1831034B271}"/>
          </ac:spMkLst>
        </pc:spChg>
        <pc:spChg chg="mod">
          <ac:chgData name="김현의" userId="cdc92b9d-c30e-4a55-86d2-6d0cf9507a66" providerId="ADAL" clId="{DDD44F08-1AA2-409A-9D83-AECE467BAEDD}" dt="2024-11-10T08:21:57.466" v="1059"/>
          <ac:spMkLst>
            <pc:docMk/>
            <pc:sldMk cId="4191258473" sldId="272"/>
            <ac:spMk id="1051" creationId="{88235AFA-591F-29C0-5AD1-DEB89684A168}"/>
          </ac:spMkLst>
        </pc:spChg>
        <pc:spChg chg="add mod">
          <ac:chgData name="김현의" userId="cdc92b9d-c30e-4a55-86d2-6d0cf9507a66" providerId="ADAL" clId="{DDD44F08-1AA2-409A-9D83-AECE467BAEDD}" dt="2024-11-10T08:22:03.918" v="1061" actId="164"/>
          <ac:spMkLst>
            <pc:docMk/>
            <pc:sldMk cId="4191258473" sldId="272"/>
            <ac:spMk id="1053" creationId="{BBF4E0F5-3A74-D656-4DFC-01E1BBE0B6B2}"/>
          </ac:spMkLst>
        </pc:spChg>
        <pc:spChg chg="add mod">
          <ac:chgData name="김현의" userId="cdc92b9d-c30e-4a55-86d2-6d0cf9507a66" providerId="ADAL" clId="{DDD44F08-1AA2-409A-9D83-AECE467BAEDD}" dt="2024-11-10T08:22:03.918" v="1061" actId="164"/>
          <ac:spMkLst>
            <pc:docMk/>
            <pc:sldMk cId="4191258473" sldId="272"/>
            <ac:spMk id="1055" creationId="{7A78FF83-B6F3-4AA5-86FD-86FABD40DA59}"/>
          </ac:spMkLst>
        </pc:spChg>
        <pc:spChg chg="add mod">
          <ac:chgData name="김현의" userId="cdc92b9d-c30e-4a55-86d2-6d0cf9507a66" providerId="ADAL" clId="{DDD44F08-1AA2-409A-9D83-AECE467BAEDD}" dt="2024-11-10T08:22:03.918" v="1061" actId="164"/>
          <ac:spMkLst>
            <pc:docMk/>
            <pc:sldMk cId="4191258473" sldId="272"/>
            <ac:spMk id="1056" creationId="{FCD99053-58AD-1BDC-EB06-64D9BE3B8DEE}"/>
          </ac:spMkLst>
        </pc:spChg>
        <pc:grpChg chg="add del mod">
          <ac:chgData name="김현의" userId="cdc92b9d-c30e-4a55-86d2-6d0cf9507a66" providerId="ADAL" clId="{DDD44F08-1AA2-409A-9D83-AECE467BAEDD}" dt="2024-11-10T07:52:38.779" v="129" actId="478"/>
          <ac:grpSpMkLst>
            <pc:docMk/>
            <pc:sldMk cId="4191258473" sldId="272"/>
            <ac:grpSpMk id="4" creationId="{4AFF589F-937F-CFF0-58C4-68FC13688507}"/>
          </ac:grpSpMkLst>
        </pc:grpChg>
        <pc:grpChg chg="add mod">
          <ac:chgData name="김현의" userId="cdc92b9d-c30e-4a55-86d2-6d0cf9507a66" providerId="ADAL" clId="{DDD44F08-1AA2-409A-9D83-AECE467BAEDD}" dt="2024-11-10T08:08:24.825" v="860" actId="164"/>
          <ac:grpSpMkLst>
            <pc:docMk/>
            <pc:sldMk cId="4191258473" sldId="272"/>
            <ac:grpSpMk id="17" creationId="{73C3AF37-3FB9-96D4-2F73-61F58D18DBE3}"/>
          </ac:grpSpMkLst>
        </pc:grpChg>
        <pc:grpChg chg="add mod">
          <ac:chgData name="김현의" userId="cdc92b9d-c30e-4a55-86d2-6d0cf9507a66" providerId="ADAL" clId="{DDD44F08-1AA2-409A-9D83-AECE467BAEDD}" dt="2024-11-10T08:08:33.178" v="861" actId="164"/>
          <ac:grpSpMkLst>
            <pc:docMk/>
            <pc:sldMk cId="4191258473" sldId="272"/>
            <ac:grpSpMk id="21" creationId="{1471230E-435F-10CA-3AE5-7C96480B1993}"/>
          </ac:grpSpMkLst>
        </pc:grpChg>
        <pc:grpChg chg="add mod">
          <ac:chgData name="김현의" userId="cdc92b9d-c30e-4a55-86d2-6d0cf9507a66" providerId="ADAL" clId="{DDD44F08-1AA2-409A-9D83-AECE467BAEDD}" dt="2024-11-10T08:08:36.587" v="862" actId="164"/>
          <ac:grpSpMkLst>
            <pc:docMk/>
            <pc:sldMk cId="4191258473" sldId="272"/>
            <ac:grpSpMk id="27" creationId="{DA94D893-4CE7-15BE-CD60-3A238FC4FEEF}"/>
          </ac:grpSpMkLst>
        </pc:grpChg>
        <pc:grpChg chg="add del mod">
          <ac:chgData name="김현의" userId="cdc92b9d-c30e-4a55-86d2-6d0cf9507a66" providerId="ADAL" clId="{DDD44F08-1AA2-409A-9D83-AECE467BAEDD}" dt="2024-11-10T08:19:11.965" v="1058" actId="478"/>
          <ac:grpSpMkLst>
            <pc:docMk/>
            <pc:sldMk cId="4191258473" sldId="272"/>
            <ac:grpSpMk id="39" creationId="{B798D1FF-E57A-0981-E749-AC7655F7263F}"/>
          </ac:grpSpMkLst>
        </pc:grpChg>
        <pc:grpChg chg="add del mod">
          <ac:chgData name="김현의" userId="cdc92b9d-c30e-4a55-86d2-6d0cf9507a66" providerId="ADAL" clId="{DDD44F08-1AA2-409A-9D83-AECE467BAEDD}" dt="2024-11-10T08:19:11.965" v="1058" actId="478"/>
          <ac:grpSpMkLst>
            <pc:docMk/>
            <pc:sldMk cId="4191258473" sldId="272"/>
            <ac:grpSpMk id="40" creationId="{62CD7C31-D32C-2EE0-DA0B-354EAAA43C74}"/>
          </ac:grpSpMkLst>
        </pc:grpChg>
        <pc:grpChg chg="add del mod">
          <ac:chgData name="김현의" userId="cdc92b9d-c30e-4a55-86d2-6d0cf9507a66" providerId="ADAL" clId="{DDD44F08-1AA2-409A-9D83-AECE467BAEDD}" dt="2024-11-10T08:19:11.965" v="1058" actId="478"/>
          <ac:grpSpMkLst>
            <pc:docMk/>
            <pc:sldMk cId="4191258473" sldId="272"/>
            <ac:grpSpMk id="41" creationId="{3BE56F76-D003-39E7-091C-949718BE0004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44" creationId="{DF108451-FA03-D5AA-1B7E-1E5D9955839F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47" creationId="{489B11CE-7052-33FD-AD14-2130E8DE9C45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50" creationId="{433D48EC-1EBC-04B0-757C-900BADBAC765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55" creationId="{4F2C77EF-7567-2F6B-5BFF-10C5761F4E1E}"/>
          </ac:grpSpMkLst>
        </pc:grpChg>
        <pc:grpChg chg="mod">
          <ac:chgData name="김현의" userId="cdc92b9d-c30e-4a55-86d2-6d0cf9507a66" providerId="ADAL" clId="{DDD44F08-1AA2-409A-9D83-AECE467BAEDD}" dt="2024-11-10T08:21:57.466" v="1059"/>
          <ac:grpSpMkLst>
            <pc:docMk/>
            <pc:sldMk cId="4191258473" sldId="272"/>
            <ac:grpSpMk id="56" creationId="{C6CEBF45-4DFE-DA43-FD0C-EDFBAE019B6E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60" creationId="{962FDE45-8B0F-2E6E-D602-7BFAF70206D9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63" creationId="{5E72B0DB-66FE-3CAD-F52D-DEA9E917B12D}"/>
          </ac:grpSpMkLst>
        </pc:grpChg>
        <pc:grpChg chg="mod">
          <ac:chgData name="김현의" userId="cdc92b9d-c30e-4a55-86d2-6d0cf9507a66" providerId="ADAL" clId="{DDD44F08-1AA2-409A-9D83-AECE467BAEDD}" dt="2024-11-10T08:21:57.466" v="1059"/>
          <ac:grpSpMkLst>
            <pc:docMk/>
            <pc:sldMk cId="4191258473" sldId="272"/>
            <ac:grpSpMk id="1024" creationId="{8468E065-91CE-574B-015D-E25E31D45849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1028" creationId="{BFF8DBF5-982E-1FF2-BDFC-556FBA88B2E2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1032" creationId="{A086B779-FF17-5850-E067-972F1E06390A}"/>
          </ac:grpSpMkLst>
        </pc:grpChg>
        <pc:grpChg chg="mod">
          <ac:chgData name="김현의" userId="cdc92b9d-c30e-4a55-86d2-6d0cf9507a66" providerId="ADAL" clId="{DDD44F08-1AA2-409A-9D83-AECE467BAEDD}" dt="2024-11-10T08:21:57.466" v="1059"/>
          <ac:grpSpMkLst>
            <pc:docMk/>
            <pc:sldMk cId="4191258473" sldId="272"/>
            <ac:grpSpMk id="1033" creationId="{E58DB8D0-7E83-CFCE-9052-5D5B30B37EF4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1049" creationId="{D01C67C2-3A05-094B-829A-CB578E8BBBCB}"/>
          </ac:grpSpMkLst>
        </pc:grpChg>
        <pc:grpChg chg="add mod">
          <ac:chgData name="김현의" userId="cdc92b9d-c30e-4a55-86d2-6d0cf9507a66" providerId="ADAL" clId="{DDD44F08-1AA2-409A-9D83-AECE467BAEDD}" dt="2024-11-10T08:22:03.918" v="1061" actId="164"/>
          <ac:grpSpMkLst>
            <pc:docMk/>
            <pc:sldMk cId="4191258473" sldId="272"/>
            <ac:grpSpMk id="1057" creationId="{D7258FAA-F9F9-E11D-B180-3A14FCE7A89F}"/>
          </ac:grpSpMkLst>
        </pc:grpChg>
        <pc:picChg chg="del mod">
          <ac:chgData name="김현의" userId="cdc92b9d-c30e-4a55-86d2-6d0cf9507a66" providerId="ADAL" clId="{DDD44F08-1AA2-409A-9D83-AECE467BAEDD}" dt="2024-11-10T07:52:38.779" v="129" actId="478"/>
          <ac:picMkLst>
            <pc:docMk/>
            <pc:sldMk cId="4191258473" sldId="272"/>
            <ac:picMk id="13" creationId="{9C96E2CD-30BE-764F-0EAE-7CA737342BB0}"/>
          </ac:picMkLst>
        </pc:picChg>
        <pc:picChg chg="add del mod">
          <ac:chgData name="김현의" userId="cdc92b9d-c30e-4a55-86d2-6d0cf9507a66" providerId="ADAL" clId="{DDD44F08-1AA2-409A-9D83-AECE467BAEDD}" dt="2024-11-10T08:00:25.908" v="826" actId="478"/>
          <ac:picMkLst>
            <pc:docMk/>
            <pc:sldMk cId="4191258473" sldId="272"/>
            <ac:picMk id="25" creationId="{5362EB82-5F74-76A3-5C4E-A2B9AB901B92}"/>
          </ac:picMkLst>
        </pc:picChg>
        <pc:picChg chg="add mod">
          <ac:chgData name="김현의" userId="cdc92b9d-c30e-4a55-86d2-6d0cf9507a66" providerId="ADAL" clId="{DDD44F08-1AA2-409A-9D83-AECE467BAEDD}" dt="2024-11-10T08:08:24.825" v="860" actId="164"/>
          <ac:picMkLst>
            <pc:docMk/>
            <pc:sldMk cId="4191258473" sldId="272"/>
            <ac:picMk id="31" creationId="{8A207DA7-9C73-11F9-D9E7-B1E04B193850}"/>
          </ac:picMkLst>
        </pc:picChg>
        <pc:picChg chg="add mod">
          <ac:chgData name="김현의" userId="cdc92b9d-c30e-4a55-86d2-6d0cf9507a66" providerId="ADAL" clId="{DDD44F08-1AA2-409A-9D83-AECE467BAEDD}" dt="2024-11-10T08:08:24.825" v="860" actId="164"/>
          <ac:picMkLst>
            <pc:docMk/>
            <pc:sldMk cId="4191258473" sldId="272"/>
            <ac:picMk id="33" creationId="{1DFC5F15-CC26-06FD-FB19-3AD08ECAD76C}"/>
          </ac:picMkLst>
        </pc:picChg>
        <pc:picChg chg="add mod">
          <ac:chgData name="김현의" userId="cdc92b9d-c30e-4a55-86d2-6d0cf9507a66" providerId="ADAL" clId="{DDD44F08-1AA2-409A-9D83-AECE467BAEDD}" dt="2024-11-10T08:08:24.825" v="860" actId="164"/>
          <ac:picMkLst>
            <pc:docMk/>
            <pc:sldMk cId="4191258473" sldId="272"/>
            <ac:picMk id="35" creationId="{5CC5E78C-3375-9EAB-3662-5EE80F057341}"/>
          </ac:picMkLst>
        </pc:picChg>
        <pc:picChg chg="add mod modCrop">
          <ac:chgData name="김현의" userId="cdc92b9d-c30e-4a55-86d2-6d0cf9507a66" providerId="ADAL" clId="{DDD44F08-1AA2-409A-9D83-AECE467BAEDD}" dt="2024-11-10T08:08:24.825" v="860" actId="164"/>
          <ac:picMkLst>
            <pc:docMk/>
            <pc:sldMk cId="4191258473" sldId="272"/>
            <ac:picMk id="37" creationId="{64DE1FC9-E670-69C6-FD9F-663E8AA6A802}"/>
          </ac:picMkLst>
        </pc:picChg>
        <pc:picChg chg="add del mod">
          <ac:chgData name="김현의" userId="cdc92b9d-c30e-4a55-86d2-6d0cf9507a66" providerId="ADAL" clId="{DDD44F08-1AA2-409A-9D83-AECE467BAEDD}" dt="2024-11-10T08:09:35.241" v="910" actId="478"/>
          <ac:picMkLst>
            <pc:docMk/>
            <pc:sldMk cId="4191258473" sldId="272"/>
            <ac:picMk id="38" creationId="{7460C9EE-F79D-CC6C-9286-F76A021C1685}"/>
          </ac:picMkLst>
        </pc:picChg>
        <pc:picChg chg="add mod">
          <ac:chgData name="김현의" userId="cdc92b9d-c30e-4a55-86d2-6d0cf9507a66" providerId="ADAL" clId="{DDD44F08-1AA2-409A-9D83-AECE467BAEDD}" dt="2024-11-10T08:11:10.704" v="912"/>
          <ac:picMkLst>
            <pc:docMk/>
            <pc:sldMk cId="4191258473" sldId="272"/>
            <ac:picMk id="42" creationId="{FCAC4AEC-73EB-B181-4939-B9BF2FFD4013}"/>
          </ac:picMkLst>
        </pc:picChg>
        <pc:picChg chg="del">
          <ac:chgData name="김현의" userId="cdc92b9d-c30e-4a55-86d2-6d0cf9507a66" providerId="ADAL" clId="{DDD44F08-1AA2-409A-9D83-AECE467BAEDD}" dt="2024-11-10T07:49:28.098" v="65" actId="478"/>
          <ac:picMkLst>
            <pc:docMk/>
            <pc:sldMk cId="4191258473" sldId="272"/>
            <ac:picMk id="1030" creationId="{224E65CE-2162-5060-6FE8-DD5446629501}"/>
          </ac:picMkLst>
        </pc:picChg>
        <pc:cxnChg chg="add mod">
          <ac:chgData name="김현의" userId="cdc92b9d-c30e-4a55-86d2-6d0cf9507a66" providerId="ADAL" clId="{DDD44F08-1AA2-409A-9D83-AECE467BAEDD}" dt="2024-11-10T08:22:03.918" v="1061" actId="164"/>
          <ac:cxnSpMkLst>
            <pc:docMk/>
            <pc:sldMk cId="4191258473" sldId="272"/>
            <ac:cxnSpMk id="1037" creationId="{6495E65A-F709-1377-A4B7-2C8F6067E3B4}"/>
          </ac:cxnSpMkLst>
        </pc:cxnChg>
        <pc:cxnChg chg="add mod">
          <ac:chgData name="김현의" userId="cdc92b9d-c30e-4a55-86d2-6d0cf9507a66" providerId="ADAL" clId="{DDD44F08-1AA2-409A-9D83-AECE467BAEDD}" dt="2024-11-10T08:22:03.918" v="1061" actId="164"/>
          <ac:cxnSpMkLst>
            <pc:docMk/>
            <pc:sldMk cId="4191258473" sldId="272"/>
            <ac:cxnSpMk id="1038" creationId="{8AB359E8-A58A-2C4D-52D5-F9AE010AA507}"/>
          </ac:cxnSpMkLst>
        </pc:cxnChg>
        <pc:cxnChg chg="add mod">
          <ac:chgData name="김현의" userId="cdc92b9d-c30e-4a55-86d2-6d0cf9507a66" providerId="ADAL" clId="{DDD44F08-1AA2-409A-9D83-AECE467BAEDD}" dt="2024-11-10T08:22:03.918" v="1061" actId="164"/>
          <ac:cxnSpMkLst>
            <pc:docMk/>
            <pc:sldMk cId="4191258473" sldId="272"/>
            <ac:cxnSpMk id="1039" creationId="{D101800C-A967-4DEF-D9A6-8C2C43C95979}"/>
          </ac:cxnSpMkLst>
        </pc:cxnChg>
        <pc:cxnChg chg="add mod">
          <ac:chgData name="김현의" userId="cdc92b9d-c30e-4a55-86d2-6d0cf9507a66" providerId="ADAL" clId="{DDD44F08-1AA2-409A-9D83-AECE467BAEDD}" dt="2024-11-10T08:22:45.334" v="1067" actId="208"/>
          <ac:cxnSpMkLst>
            <pc:docMk/>
            <pc:sldMk cId="4191258473" sldId="272"/>
            <ac:cxnSpMk id="1040" creationId="{2F1DE01C-BEE2-97E1-E2F2-BE02B7F97EBB}"/>
          </ac:cxnSpMkLst>
        </pc:cxnChg>
        <pc:cxnChg chg="add mod">
          <ac:chgData name="김현의" userId="cdc92b9d-c30e-4a55-86d2-6d0cf9507a66" providerId="ADAL" clId="{DDD44F08-1AA2-409A-9D83-AECE467BAEDD}" dt="2024-11-10T08:22:47.877" v="1068" actId="208"/>
          <ac:cxnSpMkLst>
            <pc:docMk/>
            <pc:sldMk cId="4191258473" sldId="272"/>
            <ac:cxnSpMk id="1042" creationId="{3B23CDA0-0734-B6BF-E1D5-6159583A339B}"/>
          </ac:cxnSpMkLst>
        </pc:cxnChg>
        <pc:cxnChg chg="add mod">
          <ac:chgData name="김현의" userId="cdc92b9d-c30e-4a55-86d2-6d0cf9507a66" providerId="ADAL" clId="{DDD44F08-1AA2-409A-9D83-AECE467BAEDD}" dt="2024-11-10T08:22:03.918" v="1061" actId="164"/>
          <ac:cxnSpMkLst>
            <pc:docMk/>
            <pc:sldMk cId="4191258473" sldId="272"/>
            <ac:cxnSpMk id="1043" creationId="{79848FB9-D2B9-FC22-216F-24A6872E8399}"/>
          </ac:cxnSpMkLst>
        </pc:cxnChg>
        <pc:cxnChg chg="add mod">
          <ac:chgData name="김현의" userId="cdc92b9d-c30e-4a55-86d2-6d0cf9507a66" providerId="ADAL" clId="{DDD44F08-1AA2-409A-9D83-AECE467BAEDD}" dt="2024-11-10T08:22:03.918" v="1061" actId="164"/>
          <ac:cxnSpMkLst>
            <pc:docMk/>
            <pc:sldMk cId="4191258473" sldId="272"/>
            <ac:cxnSpMk id="1045" creationId="{CC1B96A8-FE60-A31E-F3BC-9F00A2E5A38A}"/>
          </ac:cxnSpMkLst>
        </pc:cxnChg>
        <pc:cxnChg chg="add mod">
          <ac:chgData name="김현의" userId="cdc92b9d-c30e-4a55-86d2-6d0cf9507a66" providerId="ADAL" clId="{DDD44F08-1AA2-409A-9D83-AECE467BAEDD}" dt="2024-11-10T08:22:03.918" v="1061" actId="164"/>
          <ac:cxnSpMkLst>
            <pc:docMk/>
            <pc:sldMk cId="4191258473" sldId="272"/>
            <ac:cxnSpMk id="1047" creationId="{6ED4F4DF-6879-D782-B899-B2E054C7904D}"/>
          </ac:cxnSpMkLst>
        </pc:cxnChg>
        <pc:cxnChg chg="add mod">
          <ac:chgData name="김현의" userId="cdc92b9d-c30e-4a55-86d2-6d0cf9507a66" providerId="ADAL" clId="{DDD44F08-1AA2-409A-9D83-AECE467BAEDD}" dt="2024-11-10T08:22:03.918" v="1061" actId="164"/>
          <ac:cxnSpMkLst>
            <pc:docMk/>
            <pc:sldMk cId="4191258473" sldId="272"/>
            <ac:cxnSpMk id="1048" creationId="{64BD3C2E-BD6B-1615-DDD6-103507BD1896}"/>
          </ac:cxnSpMkLst>
        </pc:cxnChg>
        <pc:cxnChg chg="add mod">
          <ac:chgData name="김현의" userId="cdc92b9d-c30e-4a55-86d2-6d0cf9507a66" providerId="ADAL" clId="{DDD44F08-1AA2-409A-9D83-AECE467BAEDD}" dt="2024-11-10T08:22:03.918" v="1061" actId="164"/>
          <ac:cxnSpMkLst>
            <pc:docMk/>
            <pc:sldMk cId="4191258473" sldId="272"/>
            <ac:cxnSpMk id="1052" creationId="{524005BA-DD23-6E54-FFD5-71E3ED366870}"/>
          </ac:cxnSpMkLst>
        </pc:cxnChg>
        <pc:cxnChg chg="add mod">
          <ac:chgData name="김현의" userId="cdc92b9d-c30e-4a55-86d2-6d0cf9507a66" providerId="ADAL" clId="{DDD44F08-1AA2-409A-9D83-AECE467BAEDD}" dt="2024-11-10T08:22:03.918" v="1061" actId="164"/>
          <ac:cxnSpMkLst>
            <pc:docMk/>
            <pc:sldMk cId="4191258473" sldId="272"/>
            <ac:cxnSpMk id="1054" creationId="{AF6A0249-9D1C-1A0D-1474-A9332409DCE4}"/>
          </ac:cxnSpMkLst>
        </pc:cxnChg>
      </pc:sldChg>
      <pc:sldChg chg="del">
        <pc:chgData name="김현의" userId="cdc92b9d-c30e-4a55-86d2-6d0cf9507a66" providerId="ADAL" clId="{DDD44F08-1AA2-409A-9D83-AECE467BAEDD}" dt="2024-11-10T08:50:34.706" v="1110" actId="47"/>
        <pc:sldMkLst>
          <pc:docMk/>
          <pc:sldMk cId="486335179" sldId="273"/>
        </pc:sldMkLst>
      </pc:sldChg>
      <pc:sldChg chg="del">
        <pc:chgData name="김현의" userId="cdc92b9d-c30e-4a55-86d2-6d0cf9507a66" providerId="ADAL" clId="{DDD44F08-1AA2-409A-9D83-AECE467BAEDD}" dt="2024-11-10T08:50:34.706" v="1110" actId="47"/>
        <pc:sldMkLst>
          <pc:docMk/>
          <pc:sldMk cId="3732905492" sldId="274"/>
        </pc:sldMkLst>
      </pc:sldChg>
      <pc:sldChg chg="del">
        <pc:chgData name="김현의" userId="cdc92b9d-c30e-4a55-86d2-6d0cf9507a66" providerId="ADAL" clId="{DDD44F08-1AA2-409A-9D83-AECE467BAEDD}" dt="2024-11-10T08:50:34.706" v="1110" actId="47"/>
        <pc:sldMkLst>
          <pc:docMk/>
          <pc:sldMk cId="2924180785" sldId="275"/>
        </pc:sldMkLst>
      </pc:sldChg>
      <pc:sldChg chg="del">
        <pc:chgData name="김현의" userId="cdc92b9d-c30e-4a55-86d2-6d0cf9507a66" providerId="ADAL" clId="{DDD44F08-1AA2-409A-9D83-AECE467BAEDD}" dt="2024-11-10T08:50:34.706" v="1110" actId="47"/>
        <pc:sldMkLst>
          <pc:docMk/>
          <pc:sldMk cId="808814148" sldId="278"/>
        </pc:sldMkLst>
      </pc:sldChg>
      <pc:sldChg chg="del">
        <pc:chgData name="김현의" userId="cdc92b9d-c30e-4a55-86d2-6d0cf9507a66" providerId="ADAL" clId="{DDD44F08-1AA2-409A-9D83-AECE467BAEDD}" dt="2024-11-10T08:50:34.706" v="1110" actId="47"/>
        <pc:sldMkLst>
          <pc:docMk/>
          <pc:sldMk cId="2372973274" sldId="280"/>
        </pc:sldMkLst>
      </pc:sldChg>
      <pc:sldChg chg="add ord setBg">
        <pc:chgData name="김현의" userId="cdc92b9d-c30e-4a55-86d2-6d0cf9507a66" providerId="ADAL" clId="{DDD44F08-1AA2-409A-9D83-AECE467BAEDD}" dt="2024-11-10T08:12:17.197" v="920"/>
        <pc:sldMkLst>
          <pc:docMk/>
          <pc:sldMk cId="1744336253" sldId="281"/>
        </pc:sldMkLst>
      </pc:sldChg>
      <pc:sldChg chg="addSp delSp modSp add mod ord setBg">
        <pc:chgData name="김현의" userId="cdc92b9d-c30e-4a55-86d2-6d0cf9507a66" providerId="ADAL" clId="{DDD44F08-1AA2-409A-9D83-AECE467BAEDD}" dt="2024-11-10T09:03:24.128" v="1302"/>
        <pc:sldMkLst>
          <pc:docMk/>
          <pc:sldMk cId="474668249" sldId="282"/>
        </pc:sldMkLst>
        <pc:spChg chg="del mod topLvl">
          <ac:chgData name="김현의" userId="cdc92b9d-c30e-4a55-86d2-6d0cf9507a66" providerId="ADAL" clId="{DDD44F08-1AA2-409A-9D83-AECE467BAEDD}" dt="2024-11-10T08:29:43.924" v="1090" actId="478"/>
          <ac:spMkLst>
            <pc:docMk/>
            <pc:sldMk cId="474668249" sldId="282"/>
            <ac:spMk id="16" creationId="{E8D11FE7-E51D-5028-3B60-EB4DBD2DC4E5}"/>
          </ac:spMkLst>
        </pc:spChg>
        <pc:spChg chg="del mod topLvl">
          <ac:chgData name="김현의" userId="cdc92b9d-c30e-4a55-86d2-6d0cf9507a66" providerId="ADAL" clId="{DDD44F08-1AA2-409A-9D83-AECE467BAEDD}" dt="2024-11-10T08:25:34.883" v="1080" actId="478"/>
          <ac:spMkLst>
            <pc:docMk/>
            <pc:sldMk cId="474668249" sldId="282"/>
            <ac:spMk id="17" creationId="{3EF3E995-7F86-82E9-6E76-755670D2F19A}"/>
          </ac:spMkLst>
        </pc:spChg>
        <pc:spChg chg="mod">
          <ac:chgData name="김현의" userId="cdc92b9d-c30e-4a55-86d2-6d0cf9507a66" providerId="ADAL" clId="{DDD44F08-1AA2-409A-9D83-AECE467BAEDD}" dt="2024-11-10T08:30:12.975" v="1098" actId="14100"/>
          <ac:spMkLst>
            <pc:docMk/>
            <pc:sldMk cId="474668249" sldId="282"/>
            <ac:spMk id="20" creationId="{2A5CDC45-D247-8F9A-0C02-DC9CC58FFE1C}"/>
          </ac:spMkLst>
        </pc:spChg>
        <pc:spChg chg="mod">
          <ac:chgData name="김현의" userId="cdc92b9d-c30e-4a55-86d2-6d0cf9507a66" providerId="ADAL" clId="{DDD44F08-1AA2-409A-9D83-AECE467BAEDD}" dt="2024-11-10T08:30:17.824" v="1099" actId="1076"/>
          <ac:spMkLst>
            <pc:docMk/>
            <pc:sldMk cId="474668249" sldId="282"/>
            <ac:spMk id="21" creationId="{C28BD9F0-3368-F573-1133-92CE77BAEC6E}"/>
          </ac:spMkLst>
        </pc:spChg>
        <pc:spChg chg="mod">
          <ac:chgData name="김현의" userId="cdc92b9d-c30e-4a55-86d2-6d0cf9507a66" providerId="ADAL" clId="{DDD44F08-1AA2-409A-9D83-AECE467BAEDD}" dt="2024-11-10T08:30:31.288" v="1105" actId="1076"/>
          <ac:spMkLst>
            <pc:docMk/>
            <pc:sldMk cId="474668249" sldId="282"/>
            <ac:spMk id="62" creationId="{5FBEA366-52AD-96EC-D939-002554769C90}"/>
          </ac:spMkLst>
        </pc:spChg>
        <pc:spChg chg="mod">
          <ac:chgData name="김현의" userId="cdc92b9d-c30e-4a55-86d2-6d0cf9507a66" providerId="ADAL" clId="{DDD44F08-1AA2-409A-9D83-AECE467BAEDD}" dt="2024-11-10T08:51:48.477" v="1132" actId="20577"/>
          <ac:spMkLst>
            <pc:docMk/>
            <pc:sldMk cId="474668249" sldId="282"/>
            <ac:spMk id="1042" creationId="{683C1211-067E-4755-6207-52A2792A95E8}"/>
          </ac:spMkLst>
        </pc:spChg>
        <pc:spChg chg="mod">
          <ac:chgData name="김현의" userId="cdc92b9d-c30e-4a55-86d2-6d0cf9507a66" providerId="ADAL" clId="{DDD44F08-1AA2-409A-9D83-AECE467BAEDD}" dt="2024-11-10T08:51:46.688" v="1127" actId="1076"/>
          <ac:spMkLst>
            <pc:docMk/>
            <pc:sldMk cId="474668249" sldId="282"/>
            <ac:spMk id="1045" creationId="{F6ADD6C2-B7DE-4D0E-2753-37F8197C59D4}"/>
          </ac:spMkLst>
        </pc:spChg>
        <pc:spChg chg="mod">
          <ac:chgData name="김현의" userId="cdc92b9d-c30e-4a55-86d2-6d0cf9507a66" providerId="ADAL" clId="{DDD44F08-1AA2-409A-9D83-AECE467BAEDD}" dt="2024-11-10T08:30:35.870" v="1109" actId="1076"/>
          <ac:spMkLst>
            <pc:docMk/>
            <pc:sldMk cId="474668249" sldId="282"/>
            <ac:spMk id="1068" creationId="{699D3ED1-B3E1-5412-5244-F8AB1093DE62}"/>
          </ac:spMkLst>
        </pc:spChg>
        <pc:spChg chg="mod">
          <ac:chgData name="김현의" userId="cdc92b9d-c30e-4a55-86d2-6d0cf9507a66" providerId="ADAL" clId="{DDD44F08-1AA2-409A-9D83-AECE467BAEDD}" dt="2024-11-10T08:30:24.410" v="1101" actId="403"/>
          <ac:spMkLst>
            <pc:docMk/>
            <pc:sldMk cId="474668249" sldId="282"/>
            <ac:spMk id="1069" creationId="{F5F49665-5B5A-E0B9-4793-80470AEC3A08}"/>
          </ac:spMkLst>
        </pc:spChg>
        <pc:grpChg chg="add del mod">
          <ac:chgData name="김현의" userId="cdc92b9d-c30e-4a55-86d2-6d0cf9507a66" providerId="ADAL" clId="{DDD44F08-1AA2-409A-9D83-AECE467BAEDD}" dt="2024-11-10T08:25:34.883" v="1080" actId="478"/>
          <ac:grpSpMkLst>
            <pc:docMk/>
            <pc:sldMk cId="474668249" sldId="282"/>
            <ac:grpSpMk id="15" creationId="{7DA1D6FF-969D-495F-6B77-1707CE14503A}"/>
          </ac:grpSpMkLst>
        </pc:grpChg>
        <pc:grpChg chg="add mod">
          <ac:chgData name="김현의" userId="cdc92b9d-c30e-4a55-86d2-6d0cf9507a66" providerId="ADAL" clId="{DDD44F08-1AA2-409A-9D83-AECE467BAEDD}" dt="2024-11-10T08:30:06" v="1097" actId="1076"/>
          <ac:grpSpMkLst>
            <pc:docMk/>
            <pc:sldMk cId="474668249" sldId="282"/>
            <ac:grpSpMk id="18" creationId="{268221EA-E702-E1BF-C317-504F459D3343}"/>
          </ac:grpSpMkLst>
        </pc:grpChg>
        <pc:cxnChg chg="add mod">
          <ac:chgData name="김현의" userId="cdc92b9d-c30e-4a55-86d2-6d0cf9507a66" providerId="ADAL" clId="{DDD44F08-1AA2-409A-9D83-AECE467BAEDD}" dt="2024-11-10T08:24:59.894" v="1077" actId="14100"/>
          <ac:cxnSpMkLst>
            <pc:docMk/>
            <pc:sldMk cId="474668249" sldId="282"/>
            <ac:cxnSpMk id="8" creationId="{340488AC-CF86-5EDA-C573-D5C54650ADF3}"/>
          </ac:cxnSpMkLst>
        </pc:cxnChg>
      </pc:sldChg>
      <pc:sldChg chg="addSp delSp modSp add mod setBg">
        <pc:chgData name="김현의" userId="cdc92b9d-c30e-4a55-86d2-6d0cf9507a66" providerId="ADAL" clId="{DDD44F08-1AA2-409A-9D83-AECE467BAEDD}" dt="2024-11-10T08:26:51.435" v="1087"/>
        <pc:sldMkLst>
          <pc:docMk/>
          <pc:sldMk cId="3148126888" sldId="283"/>
        </pc:sldMkLst>
        <pc:spChg chg="del">
          <ac:chgData name="김현의" userId="cdc92b9d-c30e-4a55-86d2-6d0cf9507a66" providerId="ADAL" clId="{DDD44F08-1AA2-409A-9D83-AECE467BAEDD}" dt="2024-11-10T08:26:38.206" v="1083" actId="478"/>
          <ac:spMkLst>
            <pc:docMk/>
            <pc:sldMk cId="3148126888" sldId="283"/>
            <ac:spMk id="6" creationId="{5FA7CAF0-E23D-ED08-F51C-CB526F590589}"/>
          </ac:spMkLst>
        </pc:spChg>
        <pc:spChg chg="del">
          <ac:chgData name="김현의" userId="cdc92b9d-c30e-4a55-86d2-6d0cf9507a66" providerId="ADAL" clId="{DDD44F08-1AA2-409A-9D83-AECE467BAEDD}" dt="2024-11-10T08:26:38.206" v="1083" actId="478"/>
          <ac:spMkLst>
            <pc:docMk/>
            <pc:sldMk cId="3148126888" sldId="283"/>
            <ac:spMk id="10" creationId="{BB669EA1-D41A-4F67-1C58-0E8E9FBA3CED}"/>
          </ac:spMkLst>
        </pc:spChg>
        <pc:spChg chg="mod">
          <ac:chgData name="김현의" userId="cdc92b9d-c30e-4a55-86d2-6d0cf9507a66" providerId="ADAL" clId="{DDD44F08-1AA2-409A-9D83-AECE467BAEDD}" dt="2024-11-10T08:26:39.068" v="1084"/>
          <ac:spMkLst>
            <pc:docMk/>
            <pc:sldMk cId="3148126888" sldId="283"/>
            <ac:spMk id="13" creationId="{824A82B9-F895-B6DF-18CC-CB7B156A1943}"/>
          </ac:spMkLst>
        </pc:spChg>
        <pc:spChg chg="mod">
          <ac:chgData name="김현의" userId="cdc92b9d-c30e-4a55-86d2-6d0cf9507a66" providerId="ADAL" clId="{DDD44F08-1AA2-409A-9D83-AECE467BAEDD}" dt="2024-11-10T08:26:39.068" v="1084"/>
          <ac:spMkLst>
            <pc:docMk/>
            <pc:sldMk cId="3148126888" sldId="283"/>
            <ac:spMk id="14" creationId="{80F9259D-1D48-7DC4-826B-FADB343DFEB4}"/>
          </ac:spMkLst>
        </pc:spChg>
        <pc:spChg chg="del">
          <ac:chgData name="김현의" userId="cdc92b9d-c30e-4a55-86d2-6d0cf9507a66" providerId="ADAL" clId="{DDD44F08-1AA2-409A-9D83-AECE467BAEDD}" dt="2024-11-10T08:26:38.206" v="1083" actId="478"/>
          <ac:spMkLst>
            <pc:docMk/>
            <pc:sldMk cId="3148126888" sldId="283"/>
            <ac:spMk id="16" creationId="{BDAE0A75-B836-00A7-536B-04EBDBB856EB}"/>
          </ac:spMkLst>
        </pc:spChg>
        <pc:spChg chg="mod">
          <ac:chgData name="김현의" userId="cdc92b9d-c30e-4a55-86d2-6d0cf9507a66" providerId="ADAL" clId="{DDD44F08-1AA2-409A-9D83-AECE467BAEDD}" dt="2024-11-10T08:26:39.068" v="1084"/>
          <ac:spMkLst>
            <pc:docMk/>
            <pc:sldMk cId="3148126888" sldId="283"/>
            <ac:spMk id="18" creationId="{09A8CE56-CCB7-82CE-65FA-E6AE50F3B00D}"/>
          </ac:spMkLst>
        </pc:spChg>
        <pc:spChg chg="mod">
          <ac:chgData name="김현의" userId="cdc92b9d-c30e-4a55-86d2-6d0cf9507a66" providerId="ADAL" clId="{DDD44F08-1AA2-409A-9D83-AECE467BAEDD}" dt="2024-11-10T08:26:39.068" v="1084"/>
          <ac:spMkLst>
            <pc:docMk/>
            <pc:sldMk cId="3148126888" sldId="283"/>
            <ac:spMk id="20" creationId="{720D91F0-4AC2-B907-BACB-84CDAC8922B9}"/>
          </ac:spMkLst>
        </pc:spChg>
        <pc:spChg chg="mod">
          <ac:chgData name="김현의" userId="cdc92b9d-c30e-4a55-86d2-6d0cf9507a66" providerId="ADAL" clId="{DDD44F08-1AA2-409A-9D83-AECE467BAEDD}" dt="2024-11-10T08:26:39.068" v="1084"/>
          <ac:spMkLst>
            <pc:docMk/>
            <pc:sldMk cId="3148126888" sldId="283"/>
            <ac:spMk id="21" creationId="{4B5EFE8B-2B50-3E64-EE0E-73A8F8318C91}"/>
          </ac:spMkLst>
        </pc:spChg>
        <pc:spChg chg="mod">
          <ac:chgData name="김현의" userId="cdc92b9d-c30e-4a55-86d2-6d0cf9507a66" providerId="ADAL" clId="{DDD44F08-1AA2-409A-9D83-AECE467BAEDD}" dt="2024-11-10T08:26:39.068" v="1084"/>
          <ac:spMkLst>
            <pc:docMk/>
            <pc:sldMk cId="3148126888" sldId="283"/>
            <ac:spMk id="22" creationId="{DB7CF259-E7D4-772D-3A45-BCEE23E27B05}"/>
          </ac:spMkLst>
        </pc:spChg>
        <pc:spChg chg="add del mod">
          <ac:chgData name="김현의" userId="cdc92b9d-c30e-4a55-86d2-6d0cf9507a66" providerId="ADAL" clId="{DDD44F08-1AA2-409A-9D83-AECE467BAEDD}" dt="2024-11-10T08:26:50.664" v="1086" actId="478"/>
          <ac:spMkLst>
            <pc:docMk/>
            <pc:sldMk cId="3148126888" sldId="283"/>
            <ac:spMk id="23" creationId="{F6CF1C96-22CB-7E33-4FC9-06EC0258F5F4}"/>
          </ac:spMkLst>
        </pc:spChg>
        <pc:spChg chg="add del mod">
          <ac:chgData name="김현의" userId="cdc92b9d-c30e-4a55-86d2-6d0cf9507a66" providerId="ADAL" clId="{DDD44F08-1AA2-409A-9D83-AECE467BAEDD}" dt="2024-11-10T08:26:50.664" v="1086" actId="478"/>
          <ac:spMkLst>
            <pc:docMk/>
            <pc:sldMk cId="3148126888" sldId="283"/>
            <ac:spMk id="24" creationId="{D1AA2F28-8E7F-E10E-EA73-4DC41E370E80}"/>
          </ac:spMkLst>
        </pc:spChg>
        <pc:spChg chg="mod">
          <ac:chgData name="김현의" userId="cdc92b9d-c30e-4a55-86d2-6d0cf9507a66" providerId="ADAL" clId="{DDD44F08-1AA2-409A-9D83-AECE467BAEDD}" dt="2024-11-10T08:26:48.961" v="1085"/>
          <ac:spMkLst>
            <pc:docMk/>
            <pc:sldMk cId="3148126888" sldId="283"/>
            <ac:spMk id="26" creationId="{93189157-BD3A-92BE-DED4-DE453031537C}"/>
          </ac:spMkLst>
        </pc:spChg>
        <pc:spChg chg="mod">
          <ac:chgData name="김현의" userId="cdc92b9d-c30e-4a55-86d2-6d0cf9507a66" providerId="ADAL" clId="{DDD44F08-1AA2-409A-9D83-AECE467BAEDD}" dt="2024-11-10T08:26:48.961" v="1085"/>
          <ac:spMkLst>
            <pc:docMk/>
            <pc:sldMk cId="3148126888" sldId="283"/>
            <ac:spMk id="27" creationId="{EAD21442-AB16-7386-D689-A1F658594EAB}"/>
          </ac:spMkLst>
        </pc:spChg>
        <pc:spChg chg="mod">
          <ac:chgData name="김현의" userId="cdc92b9d-c30e-4a55-86d2-6d0cf9507a66" providerId="ADAL" clId="{DDD44F08-1AA2-409A-9D83-AECE467BAEDD}" dt="2024-11-10T08:26:48.961" v="1085"/>
          <ac:spMkLst>
            <pc:docMk/>
            <pc:sldMk cId="3148126888" sldId="283"/>
            <ac:spMk id="29" creationId="{D95C596D-578B-DB58-2C8A-30E287F23BBD}"/>
          </ac:spMkLst>
        </pc:spChg>
        <pc:spChg chg="mod">
          <ac:chgData name="김현의" userId="cdc92b9d-c30e-4a55-86d2-6d0cf9507a66" providerId="ADAL" clId="{DDD44F08-1AA2-409A-9D83-AECE467BAEDD}" dt="2024-11-10T08:26:48.961" v="1085"/>
          <ac:spMkLst>
            <pc:docMk/>
            <pc:sldMk cId="3148126888" sldId="283"/>
            <ac:spMk id="32" creationId="{18F668FD-1798-FE98-CD07-C6D447523EA3}"/>
          </ac:spMkLst>
        </pc:spChg>
        <pc:spChg chg="mod">
          <ac:chgData name="김현의" userId="cdc92b9d-c30e-4a55-86d2-6d0cf9507a66" providerId="ADAL" clId="{DDD44F08-1AA2-409A-9D83-AECE467BAEDD}" dt="2024-11-10T08:26:48.961" v="1085"/>
          <ac:spMkLst>
            <pc:docMk/>
            <pc:sldMk cId="3148126888" sldId="283"/>
            <ac:spMk id="33" creationId="{50A0C32C-E0F0-0624-3ED4-74254CD49739}"/>
          </ac:spMkLst>
        </pc:spChg>
        <pc:spChg chg="mod">
          <ac:chgData name="김현의" userId="cdc92b9d-c30e-4a55-86d2-6d0cf9507a66" providerId="ADAL" clId="{DDD44F08-1AA2-409A-9D83-AECE467BAEDD}" dt="2024-11-10T08:26:48.961" v="1085"/>
          <ac:spMkLst>
            <pc:docMk/>
            <pc:sldMk cId="3148126888" sldId="283"/>
            <ac:spMk id="34" creationId="{9F3B9FB6-96C6-F1F9-F54E-7C57D616FE9B}"/>
          </ac:spMkLst>
        </pc:spChg>
        <pc:spChg chg="add mod">
          <ac:chgData name="김현의" userId="cdc92b9d-c30e-4a55-86d2-6d0cf9507a66" providerId="ADAL" clId="{DDD44F08-1AA2-409A-9D83-AECE467BAEDD}" dt="2024-11-10T08:26:48.961" v="1085"/>
          <ac:spMkLst>
            <pc:docMk/>
            <pc:sldMk cId="3148126888" sldId="283"/>
            <ac:spMk id="35" creationId="{31953A8C-97EB-A59D-273C-9077E2605DF0}"/>
          </ac:spMkLst>
        </pc:spChg>
        <pc:spChg chg="add mod">
          <ac:chgData name="김현의" userId="cdc92b9d-c30e-4a55-86d2-6d0cf9507a66" providerId="ADAL" clId="{DDD44F08-1AA2-409A-9D83-AECE467BAEDD}" dt="2024-11-10T08:26:48.961" v="1085"/>
          <ac:spMkLst>
            <pc:docMk/>
            <pc:sldMk cId="3148126888" sldId="283"/>
            <ac:spMk id="37" creationId="{ED0D1A9B-C803-BF3A-4D21-14807A3BEF46}"/>
          </ac:spMkLst>
        </pc:spChg>
        <pc:spChg chg="mod">
          <ac:chgData name="김현의" userId="cdc92b9d-c30e-4a55-86d2-6d0cf9507a66" providerId="ADAL" clId="{DDD44F08-1AA2-409A-9D83-AECE467BAEDD}" dt="2024-11-10T08:26:51.435" v="1087"/>
          <ac:spMkLst>
            <pc:docMk/>
            <pc:sldMk cId="3148126888" sldId="283"/>
            <ac:spMk id="39" creationId="{77639ECA-D0A6-9E15-689D-9EFC2E13C3B8}"/>
          </ac:spMkLst>
        </pc:spChg>
        <pc:spChg chg="mod">
          <ac:chgData name="김현의" userId="cdc92b9d-c30e-4a55-86d2-6d0cf9507a66" providerId="ADAL" clId="{DDD44F08-1AA2-409A-9D83-AECE467BAEDD}" dt="2024-11-10T08:26:51.435" v="1087"/>
          <ac:spMkLst>
            <pc:docMk/>
            <pc:sldMk cId="3148126888" sldId="283"/>
            <ac:spMk id="40" creationId="{AE6E8CEB-A855-1764-4963-364E51643594}"/>
          </ac:spMkLst>
        </pc:spChg>
        <pc:spChg chg="mod">
          <ac:chgData name="김현의" userId="cdc92b9d-c30e-4a55-86d2-6d0cf9507a66" providerId="ADAL" clId="{DDD44F08-1AA2-409A-9D83-AECE467BAEDD}" dt="2024-11-10T08:26:51.435" v="1087"/>
          <ac:spMkLst>
            <pc:docMk/>
            <pc:sldMk cId="3148126888" sldId="283"/>
            <ac:spMk id="42" creationId="{8CD39550-F8D7-5615-5405-135BCB4E46F5}"/>
          </ac:spMkLst>
        </pc:spChg>
        <pc:spChg chg="mod">
          <ac:chgData name="김현의" userId="cdc92b9d-c30e-4a55-86d2-6d0cf9507a66" providerId="ADAL" clId="{DDD44F08-1AA2-409A-9D83-AECE467BAEDD}" dt="2024-11-10T08:26:51.435" v="1087"/>
          <ac:spMkLst>
            <pc:docMk/>
            <pc:sldMk cId="3148126888" sldId="283"/>
            <ac:spMk id="45" creationId="{5748A91F-A1A9-5328-FD38-E6C5FD5A51ED}"/>
          </ac:spMkLst>
        </pc:spChg>
        <pc:spChg chg="mod">
          <ac:chgData name="김현의" userId="cdc92b9d-c30e-4a55-86d2-6d0cf9507a66" providerId="ADAL" clId="{DDD44F08-1AA2-409A-9D83-AECE467BAEDD}" dt="2024-11-10T08:26:51.435" v="1087"/>
          <ac:spMkLst>
            <pc:docMk/>
            <pc:sldMk cId="3148126888" sldId="283"/>
            <ac:spMk id="58" creationId="{32078534-7087-85DB-4224-530736A16AFF}"/>
          </ac:spMkLst>
        </pc:spChg>
        <pc:spChg chg="mod">
          <ac:chgData name="김현의" userId="cdc92b9d-c30e-4a55-86d2-6d0cf9507a66" providerId="ADAL" clId="{DDD44F08-1AA2-409A-9D83-AECE467BAEDD}" dt="2024-11-10T08:26:51.435" v="1087"/>
          <ac:spMkLst>
            <pc:docMk/>
            <pc:sldMk cId="3148126888" sldId="283"/>
            <ac:spMk id="64" creationId="{EDD54291-8AD1-DB51-DF8D-8661B9A9166E}"/>
          </ac:spMkLst>
        </pc:spChg>
        <pc:spChg chg="add mod">
          <ac:chgData name="김현의" userId="cdc92b9d-c30e-4a55-86d2-6d0cf9507a66" providerId="ADAL" clId="{DDD44F08-1AA2-409A-9D83-AECE467BAEDD}" dt="2024-11-10T08:26:51.435" v="1087"/>
          <ac:spMkLst>
            <pc:docMk/>
            <pc:sldMk cId="3148126888" sldId="283"/>
            <ac:spMk id="65" creationId="{A9066951-024D-C3D5-0FC1-078A30FD8E9B}"/>
          </ac:spMkLst>
        </pc:spChg>
        <pc:spChg chg="add mod">
          <ac:chgData name="김현의" userId="cdc92b9d-c30e-4a55-86d2-6d0cf9507a66" providerId="ADAL" clId="{DDD44F08-1AA2-409A-9D83-AECE467BAEDD}" dt="2024-11-10T08:26:51.435" v="1087"/>
          <ac:spMkLst>
            <pc:docMk/>
            <pc:sldMk cId="3148126888" sldId="283"/>
            <ac:spMk id="66" creationId="{FD9B760E-AB55-491B-9D6B-014FF7E6BC07}"/>
          </ac:spMkLst>
        </pc:spChg>
        <pc:grpChg chg="add del mod">
          <ac:chgData name="김현의" userId="cdc92b9d-c30e-4a55-86d2-6d0cf9507a66" providerId="ADAL" clId="{DDD44F08-1AA2-409A-9D83-AECE467BAEDD}" dt="2024-11-10T08:26:50.664" v="1086" actId="478"/>
          <ac:grpSpMkLst>
            <pc:docMk/>
            <pc:sldMk cId="3148126888" sldId="283"/>
            <ac:grpSpMk id="4" creationId="{BD7D77B6-A7AC-5299-2A31-9206B651F99D}"/>
          </ac:grpSpMkLst>
        </pc:grpChg>
        <pc:grpChg chg="del">
          <ac:chgData name="김현의" userId="cdc92b9d-c30e-4a55-86d2-6d0cf9507a66" providerId="ADAL" clId="{DDD44F08-1AA2-409A-9D83-AECE467BAEDD}" dt="2024-11-10T08:26:38.206" v="1083" actId="478"/>
          <ac:grpSpMkLst>
            <pc:docMk/>
            <pc:sldMk cId="3148126888" sldId="283"/>
            <ac:grpSpMk id="5" creationId="{647E0C40-3DCB-3B03-7D6E-CE6247EB3563}"/>
          </ac:grpSpMkLst>
        </pc:grpChg>
        <pc:grpChg chg="mod">
          <ac:chgData name="김현의" userId="cdc92b9d-c30e-4a55-86d2-6d0cf9507a66" providerId="ADAL" clId="{DDD44F08-1AA2-409A-9D83-AECE467BAEDD}" dt="2024-11-10T08:26:39.068" v="1084"/>
          <ac:grpSpMkLst>
            <pc:docMk/>
            <pc:sldMk cId="3148126888" sldId="283"/>
            <ac:grpSpMk id="17" creationId="{6BFFE638-B873-A1F5-3C0E-3AC572F82AAA}"/>
          </ac:grpSpMkLst>
        </pc:grpChg>
        <pc:grpChg chg="add mod">
          <ac:chgData name="김현의" userId="cdc92b9d-c30e-4a55-86d2-6d0cf9507a66" providerId="ADAL" clId="{DDD44F08-1AA2-409A-9D83-AECE467BAEDD}" dt="2024-11-10T08:26:48.961" v="1085"/>
          <ac:grpSpMkLst>
            <pc:docMk/>
            <pc:sldMk cId="3148126888" sldId="283"/>
            <ac:grpSpMk id="25" creationId="{74CE5CBA-E866-52BF-CB60-401DAF2E7463}"/>
          </ac:grpSpMkLst>
        </pc:grpChg>
        <pc:grpChg chg="mod">
          <ac:chgData name="김현의" userId="cdc92b9d-c30e-4a55-86d2-6d0cf9507a66" providerId="ADAL" clId="{DDD44F08-1AA2-409A-9D83-AECE467BAEDD}" dt="2024-11-10T08:26:48.961" v="1085"/>
          <ac:grpSpMkLst>
            <pc:docMk/>
            <pc:sldMk cId="3148126888" sldId="283"/>
            <ac:grpSpMk id="28" creationId="{30B3DD9E-3834-DD63-B531-F8BD08DC3CE8}"/>
          </ac:grpSpMkLst>
        </pc:grpChg>
        <pc:grpChg chg="add mod">
          <ac:chgData name="김현의" userId="cdc92b9d-c30e-4a55-86d2-6d0cf9507a66" providerId="ADAL" clId="{DDD44F08-1AA2-409A-9D83-AECE467BAEDD}" dt="2024-11-10T08:26:51.435" v="1087"/>
          <ac:grpSpMkLst>
            <pc:docMk/>
            <pc:sldMk cId="3148126888" sldId="283"/>
            <ac:grpSpMk id="38" creationId="{9F9D2133-FBE0-C195-92F1-7D9D6386B6B3}"/>
          </ac:grpSpMkLst>
        </pc:grpChg>
        <pc:grpChg chg="mod">
          <ac:chgData name="김현의" userId="cdc92b9d-c30e-4a55-86d2-6d0cf9507a66" providerId="ADAL" clId="{DDD44F08-1AA2-409A-9D83-AECE467BAEDD}" dt="2024-11-10T08:26:51.435" v="1087"/>
          <ac:grpSpMkLst>
            <pc:docMk/>
            <pc:sldMk cId="3148126888" sldId="283"/>
            <ac:grpSpMk id="41" creationId="{997E0849-2502-DB74-EAFF-AB1D1DB56041}"/>
          </ac:grpSpMkLst>
        </pc:grpChg>
        <pc:cxnChg chg="mod">
          <ac:chgData name="김현의" userId="cdc92b9d-c30e-4a55-86d2-6d0cf9507a66" providerId="ADAL" clId="{DDD44F08-1AA2-409A-9D83-AECE467BAEDD}" dt="2024-11-10T08:26:39.068" v="1084"/>
          <ac:cxnSpMkLst>
            <pc:docMk/>
            <pc:sldMk cId="3148126888" sldId="283"/>
            <ac:cxnSpMk id="19" creationId="{912F8940-4FC3-518D-4E26-621910DFB638}"/>
          </ac:cxnSpMkLst>
        </pc:cxnChg>
        <pc:cxnChg chg="mod">
          <ac:chgData name="김현의" userId="cdc92b9d-c30e-4a55-86d2-6d0cf9507a66" providerId="ADAL" clId="{DDD44F08-1AA2-409A-9D83-AECE467BAEDD}" dt="2024-11-10T08:26:48.961" v="1085"/>
          <ac:cxnSpMkLst>
            <pc:docMk/>
            <pc:sldMk cId="3148126888" sldId="283"/>
            <ac:cxnSpMk id="31" creationId="{0EA55817-CEE2-BBAD-0160-C6D6776ABCF4}"/>
          </ac:cxnSpMkLst>
        </pc:cxnChg>
        <pc:cxnChg chg="mod">
          <ac:chgData name="김현의" userId="cdc92b9d-c30e-4a55-86d2-6d0cf9507a66" providerId="ADAL" clId="{DDD44F08-1AA2-409A-9D83-AECE467BAEDD}" dt="2024-11-10T08:26:51.435" v="1087"/>
          <ac:cxnSpMkLst>
            <pc:docMk/>
            <pc:sldMk cId="3148126888" sldId="283"/>
            <ac:cxnSpMk id="44" creationId="{9B5402DA-2AD3-DBF4-7FF6-74F879E3A5B4}"/>
          </ac:cxnSpMkLst>
        </pc:cxnChg>
      </pc:sldChg>
      <pc:sldChg chg="addSp delSp modSp add mod setBg modAnim">
        <pc:chgData name="김현의" userId="cdc92b9d-c30e-4a55-86d2-6d0cf9507a66" providerId="ADAL" clId="{DDD44F08-1AA2-409A-9D83-AECE467BAEDD}" dt="2024-11-10T09:35:38.430" v="1764"/>
        <pc:sldMkLst>
          <pc:docMk/>
          <pc:sldMk cId="367927937" sldId="284"/>
        </pc:sldMkLst>
        <pc:spChg chg="add del mod">
          <ac:chgData name="김현의" userId="cdc92b9d-c30e-4a55-86d2-6d0cf9507a66" providerId="ADAL" clId="{DDD44F08-1AA2-409A-9D83-AECE467BAEDD}" dt="2024-11-10T08:55:05.711" v="1142" actId="478"/>
          <ac:spMkLst>
            <pc:docMk/>
            <pc:sldMk cId="367927937" sldId="284"/>
            <ac:spMk id="2" creationId="{11053B38-7690-2122-25E4-AE9F454DA858}"/>
          </ac:spMkLst>
        </pc:spChg>
        <pc:spChg chg="mod">
          <ac:chgData name="김현의" userId="cdc92b9d-c30e-4a55-86d2-6d0cf9507a66" providerId="ADAL" clId="{DDD44F08-1AA2-409A-9D83-AECE467BAEDD}" dt="2024-11-10T08:58:50.559" v="1234" actId="208"/>
          <ac:spMkLst>
            <pc:docMk/>
            <pc:sldMk cId="367927937" sldId="284"/>
            <ac:spMk id="5" creationId="{E7EF3AC1-119C-5588-1623-673C2FE223A7}"/>
          </ac:spMkLst>
        </pc:spChg>
        <pc:spChg chg="mod">
          <ac:chgData name="김현의" userId="cdc92b9d-c30e-4a55-86d2-6d0cf9507a66" providerId="ADAL" clId="{DDD44F08-1AA2-409A-9D83-AECE467BAEDD}" dt="2024-11-10T08:58:56.099" v="1237" actId="208"/>
          <ac:spMkLst>
            <pc:docMk/>
            <pc:sldMk cId="367927937" sldId="284"/>
            <ac:spMk id="6" creationId="{A1694396-2030-700E-64B7-21F28CDDFF4A}"/>
          </ac:spMkLst>
        </pc:spChg>
        <pc:spChg chg="mod">
          <ac:chgData name="김현의" userId="cdc92b9d-c30e-4a55-86d2-6d0cf9507a66" providerId="ADAL" clId="{DDD44F08-1AA2-409A-9D83-AECE467BAEDD}" dt="2024-11-10T08:58:50.559" v="1234" actId="208"/>
          <ac:spMkLst>
            <pc:docMk/>
            <pc:sldMk cId="367927937" sldId="284"/>
            <ac:spMk id="7" creationId="{1557D708-C547-EF89-AAD2-09F2F1D444B6}"/>
          </ac:spMkLst>
        </pc:spChg>
        <pc:spChg chg="mod">
          <ac:chgData name="김현의" userId="cdc92b9d-c30e-4a55-86d2-6d0cf9507a66" providerId="ADAL" clId="{DDD44F08-1AA2-409A-9D83-AECE467BAEDD}" dt="2024-11-10T08:52:44.804" v="1136"/>
          <ac:spMkLst>
            <pc:docMk/>
            <pc:sldMk cId="367927937" sldId="284"/>
            <ac:spMk id="9" creationId="{333824BE-3C97-85DD-1510-0E1A53557456}"/>
          </ac:spMkLst>
        </pc:spChg>
        <pc:spChg chg="mod">
          <ac:chgData name="김현의" userId="cdc92b9d-c30e-4a55-86d2-6d0cf9507a66" providerId="ADAL" clId="{DDD44F08-1AA2-409A-9D83-AECE467BAEDD}" dt="2024-11-10T08:52:44.804" v="1136"/>
          <ac:spMkLst>
            <pc:docMk/>
            <pc:sldMk cId="367927937" sldId="284"/>
            <ac:spMk id="10" creationId="{61DF1BC4-8192-0ACB-D777-39006A9C105C}"/>
          </ac:spMkLst>
        </pc:spChg>
        <pc:spChg chg="mod">
          <ac:chgData name="김현의" userId="cdc92b9d-c30e-4a55-86d2-6d0cf9507a66" providerId="ADAL" clId="{DDD44F08-1AA2-409A-9D83-AECE467BAEDD}" dt="2024-11-10T08:58:50.784" v="1235" actId="208"/>
          <ac:spMkLst>
            <pc:docMk/>
            <pc:sldMk cId="367927937" sldId="284"/>
            <ac:spMk id="13" creationId="{2B893F56-924B-04C8-172A-54070DA971EC}"/>
          </ac:spMkLst>
        </pc:spChg>
        <pc:spChg chg="mod">
          <ac:chgData name="김현의" userId="cdc92b9d-c30e-4a55-86d2-6d0cf9507a66" providerId="ADAL" clId="{DDD44F08-1AA2-409A-9D83-AECE467BAEDD}" dt="2024-11-10T08:58:53.772" v="1236" actId="208"/>
          <ac:spMkLst>
            <pc:docMk/>
            <pc:sldMk cId="367927937" sldId="284"/>
            <ac:spMk id="14" creationId="{160A5E19-5252-3DE1-B32F-1939DA6C9634}"/>
          </ac:spMkLst>
        </pc:spChg>
        <pc:spChg chg="mod">
          <ac:chgData name="김현의" userId="cdc92b9d-c30e-4a55-86d2-6d0cf9507a66" providerId="ADAL" clId="{DDD44F08-1AA2-409A-9D83-AECE467BAEDD}" dt="2024-11-10T08:58:50.784" v="1235" actId="208"/>
          <ac:spMkLst>
            <pc:docMk/>
            <pc:sldMk cId="367927937" sldId="284"/>
            <ac:spMk id="15" creationId="{3F5D2069-11A2-4965-E398-E19E8B3496B2}"/>
          </ac:spMkLst>
        </pc:spChg>
        <pc:spChg chg="add mod">
          <ac:chgData name="김현의" userId="cdc92b9d-c30e-4a55-86d2-6d0cf9507a66" providerId="ADAL" clId="{DDD44F08-1AA2-409A-9D83-AECE467BAEDD}" dt="2024-11-10T08:55:12.754" v="1145" actId="1076"/>
          <ac:spMkLst>
            <pc:docMk/>
            <pc:sldMk cId="367927937" sldId="284"/>
            <ac:spMk id="21" creationId="{03E80DBB-DE10-B944-1430-6D19F2E3AA90}"/>
          </ac:spMkLst>
        </pc:spChg>
        <pc:spChg chg="mod">
          <ac:chgData name="김현의" userId="cdc92b9d-c30e-4a55-86d2-6d0cf9507a66" providerId="ADAL" clId="{DDD44F08-1AA2-409A-9D83-AECE467BAEDD}" dt="2024-11-10T08:58:02.725" v="1219" actId="208"/>
          <ac:spMkLst>
            <pc:docMk/>
            <pc:sldMk cId="367927937" sldId="284"/>
            <ac:spMk id="23" creationId="{F96CE38E-D131-328A-BF5B-2AF2A4713638}"/>
          </ac:spMkLst>
        </pc:spChg>
        <pc:spChg chg="mod">
          <ac:chgData name="김현의" userId="cdc92b9d-c30e-4a55-86d2-6d0cf9507a66" providerId="ADAL" clId="{DDD44F08-1AA2-409A-9D83-AECE467BAEDD}" dt="2024-11-10T08:57:50.951" v="1218" actId="208"/>
          <ac:spMkLst>
            <pc:docMk/>
            <pc:sldMk cId="367927937" sldId="284"/>
            <ac:spMk id="24" creationId="{006ABF3A-04CA-93E1-3DA6-ED1BC656CDB4}"/>
          </ac:spMkLst>
        </pc:spChg>
        <pc:spChg chg="mod">
          <ac:chgData name="김현의" userId="cdc92b9d-c30e-4a55-86d2-6d0cf9507a66" providerId="ADAL" clId="{DDD44F08-1AA2-409A-9D83-AECE467BAEDD}" dt="2024-11-10T08:59:21.218" v="1243" actId="208"/>
          <ac:spMkLst>
            <pc:docMk/>
            <pc:sldMk cId="367927937" sldId="284"/>
            <ac:spMk id="27" creationId="{B6767AC6-E16C-237D-0288-9A8C39324EF5}"/>
          </ac:spMkLst>
        </pc:spChg>
        <pc:spChg chg="mod">
          <ac:chgData name="김현의" userId="cdc92b9d-c30e-4a55-86d2-6d0cf9507a66" providerId="ADAL" clId="{DDD44F08-1AA2-409A-9D83-AECE467BAEDD}" dt="2024-11-10T08:59:26.957" v="1244" actId="122"/>
          <ac:spMkLst>
            <pc:docMk/>
            <pc:sldMk cId="367927937" sldId="284"/>
            <ac:spMk id="28" creationId="{C4147A06-38E8-433D-D2F0-340130BE24C3}"/>
          </ac:spMkLst>
        </pc:spChg>
        <pc:spChg chg="mod">
          <ac:chgData name="김현의" userId="cdc92b9d-c30e-4a55-86d2-6d0cf9507a66" providerId="ADAL" clId="{DDD44F08-1AA2-409A-9D83-AECE467BAEDD}" dt="2024-11-10T08:59:33.772" v="1245"/>
          <ac:spMkLst>
            <pc:docMk/>
            <pc:sldMk cId="367927937" sldId="284"/>
            <ac:spMk id="31" creationId="{6E802A4E-09E2-CCE1-1B71-A8D1D4F00D52}"/>
          </ac:spMkLst>
        </pc:spChg>
        <pc:spChg chg="mod">
          <ac:chgData name="김현의" userId="cdc92b9d-c30e-4a55-86d2-6d0cf9507a66" providerId="ADAL" clId="{DDD44F08-1AA2-409A-9D83-AECE467BAEDD}" dt="2024-11-10T09:00:48.844" v="1283" actId="20577"/>
          <ac:spMkLst>
            <pc:docMk/>
            <pc:sldMk cId="367927937" sldId="284"/>
            <ac:spMk id="32" creationId="{554FEC1E-2EA1-B7A9-11F9-B1498021DF15}"/>
          </ac:spMkLst>
        </pc:spChg>
        <pc:spChg chg="add mod ord">
          <ac:chgData name="김현의" userId="cdc92b9d-c30e-4a55-86d2-6d0cf9507a66" providerId="ADAL" clId="{DDD44F08-1AA2-409A-9D83-AECE467BAEDD}" dt="2024-11-10T09:15:11.327" v="1564" actId="1076"/>
          <ac:spMkLst>
            <pc:docMk/>
            <pc:sldMk cId="367927937" sldId="284"/>
            <ac:spMk id="33" creationId="{1D3C5E2C-1CB0-6BF5-1B78-521AA172D513}"/>
          </ac:spMkLst>
        </pc:spChg>
        <pc:spChg chg="mod">
          <ac:chgData name="김현의" userId="cdc92b9d-c30e-4a55-86d2-6d0cf9507a66" providerId="ADAL" clId="{DDD44F08-1AA2-409A-9D83-AECE467BAEDD}" dt="2024-11-10T08:56:08.582" v="1206" actId="404"/>
          <ac:spMkLst>
            <pc:docMk/>
            <pc:sldMk cId="367927937" sldId="284"/>
            <ac:spMk id="40" creationId="{20E0390D-3777-B96C-D308-F46B5CAB4E63}"/>
          </ac:spMkLst>
        </pc:spChg>
        <pc:spChg chg="del">
          <ac:chgData name="김현의" userId="cdc92b9d-c30e-4a55-86d2-6d0cf9507a66" providerId="ADAL" clId="{DDD44F08-1AA2-409A-9D83-AECE467BAEDD}" dt="2024-11-10T08:52:34.021" v="1135" actId="478"/>
          <ac:spMkLst>
            <pc:docMk/>
            <pc:sldMk cId="367927937" sldId="284"/>
            <ac:spMk id="54" creationId="{4182FF7F-13D7-CC08-AFC1-4BF084C649E9}"/>
          </ac:spMkLst>
        </pc:spChg>
        <pc:spChg chg="del">
          <ac:chgData name="김현의" userId="cdc92b9d-c30e-4a55-86d2-6d0cf9507a66" providerId="ADAL" clId="{DDD44F08-1AA2-409A-9D83-AECE467BAEDD}" dt="2024-11-10T08:52:34.021" v="1135" actId="478"/>
          <ac:spMkLst>
            <pc:docMk/>
            <pc:sldMk cId="367927937" sldId="284"/>
            <ac:spMk id="55" creationId="{4A9EED7D-B37F-A60A-4BBE-6AFF6AD21FAC}"/>
          </ac:spMkLst>
        </pc:spChg>
        <pc:spChg chg="del">
          <ac:chgData name="김현의" userId="cdc92b9d-c30e-4a55-86d2-6d0cf9507a66" providerId="ADAL" clId="{DDD44F08-1AA2-409A-9D83-AECE467BAEDD}" dt="2024-11-10T08:52:34.021" v="1135" actId="478"/>
          <ac:spMkLst>
            <pc:docMk/>
            <pc:sldMk cId="367927937" sldId="284"/>
            <ac:spMk id="56" creationId="{B34F1EDD-97AD-03A4-F5F2-7AA35521111F}"/>
          </ac:spMkLst>
        </pc:spChg>
        <pc:spChg chg="del">
          <ac:chgData name="김현의" userId="cdc92b9d-c30e-4a55-86d2-6d0cf9507a66" providerId="ADAL" clId="{DDD44F08-1AA2-409A-9D83-AECE467BAEDD}" dt="2024-11-10T08:52:34.021" v="1135" actId="478"/>
          <ac:spMkLst>
            <pc:docMk/>
            <pc:sldMk cId="367927937" sldId="284"/>
            <ac:spMk id="57" creationId="{E2B3B036-9455-633C-653A-CF17EBEAAFB0}"/>
          </ac:spMkLst>
        </pc:spChg>
        <pc:spChg chg="del">
          <ac:chgData name="김현의" userId="cdc92b9d-c30e-4a55-86d2-6d0cf9507a66" providerId="ADAL" clId="{DDD44F08-1AA2-409A-9D83-AECE467BAEDD}" dt="2024-11-10T08:52:34.021" v="1135" actId="478"/>
          <ac:spMkLst>
            <pc:docMk/>
            <pc:sldMk cId="367927937" sldId="284"/>
            <ac:spMk id="59" creationId="{B5C80439-1994-093C-FDDE-F1452F0F75AA}"/>
          </ac:spMkLst>
        </pc:spChg>
        <pc:spChg chg="del">
          <ac:chgData name="김현의" userId="cdc92b9d-c30e-4a55-86d2-6d0cf9507a66" providerId="ADAL" clId="{DDD44F08-1AA2-409A-9D83-AECE467BAEDD}" dt="2024-11-10T08:52:34.021" v="1135" actId="478"/>
          <ac:spMkLst>
            <pc:docMk/>
            <pc:sldMk cId="367927937" sldId="284"/>
            <ac:spMk id="60" creationId="{9880449E-883F-1BA6-293B-1544342BD048}"/>
          </ac:spMkLst>
        </pc:spChg>
        <pc:spChg chg="del">
          <ac:chgData name="김현의" userId="cdc92b9d-c30e-4a55-86d2-6d0cf9507a66" providerId="ADAL" clId="{DDD44F08-1AA2-409A-9D83-AECE467BAEDD}" dt="2024-11-10T08:52:34.021" v="1135" actId="478"/>
          <ac:spMkLst>
            <pc:docMk/>
            <pc:sldMk cId="367927937" sldId="284"/>
            <ac:spMk id="61" creationId="{9CD8E5F9-A491-7296-E7D9-50A1D2C0AA27}"/>
          </ac:spMkLst>
        </pc:spChg>
        <pc:spChg chg="del">
          <ac:chgData name="김현의" userId="cdc92b9d-c30e-4a55-86d2-6d0cf9507a66" providerId="ADAL" clId="{DDD44F08-1AA2-409A-9D83-AECE467BAEDD}" dt="2024-11-10T08:52:34.021" v="1135" actId="478"/>
          <ac:spMkLst>
            <pc:docMk/>
            <pc:sldMk cId="367927937" sldId="284"/>
            <ac:spMk id="62" creationId="{7E1AD729-E6C6-BC03-2C92-DD59D917A3F0}"/>
          </ac:spMkLst>
        </pc:spChg>
        <pc:spChg chg="del">
          <ac:chgData name="김현의" userId="cdc92b9d-c30e-4a55-86d2-6d0cf9507a66" providerId="ADAL" clId="{DDD44F08-1AA2-409A-9D83-AECE467BAEDD}" dt="2024-11-10T08:52:34.021" v="1135" actId="478"/>
          <ac:spMkLst>
            <pc:docMk/>
            <pc:sldMk cId="367927937" sldId="284"/>
            <ac:spMk id="63" creationId="{A6AE85B9-96F0-874D-C99B-1C440E72514C}"/>
          </ac:spMkLst>
        </pc:spChg>
        <pc:spChg chg="mod">
          <ac:chgData name="김현의" userId="cdc92b9d-c30e-4a55-86d2-6d0cf9507a66" providerId="ADAL" clId="{DDD44F08-1AA2-409A-9D83-AECE467BAEDD}" dt="2024-11-10T09:00:41.068" v="1270"/>
          <ac:spMkLst>
            <pc:docMk/>
            <pc:sldMk cId="367927937" sldId="284"/>
            <ac:spMk id="73" creationId="{6A39F512-EFC2-28F4-094B-6BA633326962}"/>
          </ac:spMkLst>
        </pc:spChg>
        <pc:spChg chg="mod">
          <ac:chgData name="김현의" userId="cdc92b9d-c30e-4a55-86d2-6d0cf9507a66" providerId="ADAL" clId="{DDD44F08-1AA2-409A-9D83-AECE467BAEDD}" dt="2024-11-10T09:01:01.551" v="1296" actId="404"/>
          <ac:spMkLst>
            <pc:docMk/>
            <pc:sldMk cId="367927937" sldId="284"/>
            <ac:spMk id="74" creationId="{C3E63FEA-6481-9806-EAA5-F276BDBF8241}"/>
          </ac:spMkLst>
        </pc:spChg>
        <pc:spChg chg="add del mod">
          <ac:chgData name="김현의" userId="cdc92b9d-c30e-4a55-86d2-6d0cf9507a66" providerId="ADAL" clId="{DDD44F08-1AA2-409A-9D83-AECE467BAEDD}" dt="2024-11-10T09:07:06.962" v="1323" actId="478"/>
          <ac:spMkLst>
            <pc:docMk/>
            <pc:sldMk cId="367927937" sldId="284"/>
            <ac:spMk id="82" creationId="{4106AA5B-5ED0-18FD-1049-68197923606A}"/>
          </ac:spMkLst>
        </pc:spChg>
        <pc:spChg chg="add mod">
          <ac:chgData name="김현의" userId="cdc92b9d-c30e-4a55-86d2-6d0cf9507a66" providerId="ADAL" clId="{DDD44F08-1AA2-409A-9D83-AECE467BAEDD}" dt="2024-11-10T09:07:28.569" v="1329" actId="1076"/>
          <ac:spMkLst>
            <pc:docMk/>
            <pc:sldMk cId="367927937" sldId="284"/>
            <ac:spMk id="83" creationId="{DE67AA76-C3ED-A917-1B23-5F690D1813C0}"/>
          </ac:spMkLst>
        </pc:spChg>
        <pc:spChg chg="add del mod">
          <ac:chgData name="김현의" userId="cdc92b9d-c30e-4a55-86d2-6d0cf9507a66" providerId="ADAL" clId="{DDD44F08-1AA2-409A-9D83-AECE467BAEDD}" dt="2024-11-10T09:20:01.486" v="1620" actId="478"/>
          <ac:spMkLst>
            <pc:docMk/>
            <pc:sldMk cId="367927937" sldId="284"/>
            <ac:spMk id="88" creationId="{384075C7-C090-0179-03C4-F6E8CCDC470A}"/>
          </ac:spMkLst>
        </pc:spChg>
        <pc:spChg chg="add del mod">
          <ac:chgData name="김현의" userId="cdc92b9d-c30e-4a55-86d2-6d0cf9507a66" providerId="ADAL" clId="{DDD44F08-1AA2-409A-9D83-AECE467BAEDD}" dt="2024-11-10T09:20:02.314" v="1621" actId="478"/>
          <ac:spMkLst>
            <pc:docMk/>
            <pc:sldMk cId="367927937" sldId="284"/>
            <ac:spMk id="89" creationId="{354DB590-764B-1924-AB29-19A8E52F67B1}"/>
          </ac:spMkLst>
        </pc:spChg>
        <pc:spChg chg="add mod">
          <ac:chgData name="김현의" userId="cdc92b9d-c30e-4a55-86d2-6d0cf9507a66" providerId="ADAL" clId="{DDD44F08-1AA2-409A-9D83-AECE467BAEDD}" dt="2024-11-10T09:23:02.999" v="1643" actId="164"/>
          <ac:spMkLst>
            <pc:docMk/>
            <pc:sldMk cId="367927937" sldId="284"/>
            <ac:spMk id="90" creationId="{6F0FA094-BBBF-3258-1F62-6945BA843304}"/>
          </ac:spMkLst>
        </pc:spChg>
        <pc:spChg chg="add del mod">
          <ac:chgData name="김현의" userId="cdc92b9d-c30e-4a55-86d2-6d0cf9507a66" providerId="ADAL" clId="{DDD44F08-1AA2-409A-9D83-AECE467BAEDD}" dt="2024-11-10T09:14:02.489" v="1531" actId="478"/>
          <ac:spMkLst>
            <pc:docMk/>
            <pc:sldMk cId="367927937" sldId="284"/>
            <ac:spMk id="91" creationId="{7F4EB6C8-DFC5-E209-D5E7-AA6A40B3A061}"/>
          </ac:spMkLst>
        </pc:spChg>
        <pc:spChg chg="add del mod">
          <ac:chgData name="김현의" userId="cdc92b9d-c30e-4a55-86d2-6d0cf9507a66" providerId="ADAL" clId="{DDD44F08-1AA2-409A-9D83-AECE467BAEDD}" dt="2024-11-10T09:12:46.425" v="1502" actId="478"/>
          <ac:spMkLst>
            <pc:docMk/>
            <pc:sldMk cId="367927937" sldId="284"/>
            <ac:spMk id="92" creationId="{B9A5C87A-2910-7906-31BA-72950A10CC03}"/>
          </ac:spMkLst>
        </pc:spChg>
        <pc:spChg chg="add del mod">
          <ac:chgData name="김현의" userId="cdc92b9d-c30e-4a55-86d2-6d0cf9507a66" providerId="ADAL" clId="{DDD44F08-1AA2-409A-9D83-AECE467BAEDD}" dt="2024-11-10T09:14:43.442" v="1548" actId="478"/>
          <ac:spMkLst>
            <pc:docMk/>
            <pc:sldMk cId="367927937" sldId="284"/>
            <ac:spMk id="93" creationId="{65B155FA-C481-CFC3-101D-56581621711E}"/>
          </ac:spMkLst>
        </pc:spChg>
        <pc:spChg chg="add del mod">
          <ac:chgData name="김현의" userId="cdc92b9d-c30e-4a55-86d2-6d0cf9507a66" providerId="ADAL" clId="{DDD44F08-1AA2-409A-9D83-AECE467BAEDD}" dt="2024-11-10T09:14:36.230" v="1543" actId="478"/>
          <ac:spMkLst>
            <pc:docMk/>
            <pc:sldMk cId="367927937" sldId="284"/>
            <ac:spMk id="94" creationId="{4E08A7BA-4016-1FA0-ECCD-CA090D01FF2C}"/>
          </ac:spMkLst>
        </pc:spChg>
        <pc:spChg chg="add mod">
          <ac:chgData name="김현의" userId="cdc92b9d-c30e-4a55-86d2-6d0cf9507a66" providerId="ADAL" clId="{DDD44F08-1AA2-409A-9D83-AECE467BAEDD}" dt="2024-11-10T09:23:02.999" v="1643" actId="164"/>
          <ac:spMkLst>
            <pc:docMk/>
            <pc:sldMk cId="367927937" sldId="284"/>
            <ac:spMk id="95" creationId="{D2330748-9AD9-8BBE-6157-51CFFC1BD2BC}"/>
          </ac:spMkLst>
        </pc:spChg>
        <pc:spChg chg="add del mod">
          <ac:chgData name="김현의" userId="cdc92b9d-c30e-4a55-86d2-6d0cf9507a66" providerId="ADAL" clId="{DDD44F08-1AA2-409A-9D83-AECE467BAEDD}" dt="2024-11-10T09:25:44.218" v="1673" actId="478"/>
          <ac:spMkLst>
            <pc:docMk/>
            <pc:sldMk cId="367927937" sldId="284"/>
            <ac:spMk id="111" creationId="{94CEC823-A1A0-F36E-AE18-BE8480E1790C}"/>
          </ac:spMkLst>
        </pc:spChg>
        <pc:spChg chg="mod">
          <ac:chgData name="김현의" userId="cdc92b9d-c30e-4a55-86d2-6d0cf9507a66" providerId="ADAL" clId="{DDD44F08-1AA2-409A-9D83-AECE467BAEDD}" dt="2024-11-10T09:35:38.430" v="1764"/>
          <ac:spMkLst>
            <pc:docMk/>
            <pc:sldMk cId="367927937" sldId="284"/>
            <ac:spMk id="113" creationId="{CFDF0DE6-241E-69D5-0F96-9E7C34BDA699}"/>
          </ac:spMkLst>
        </pc:spChg>
        <pc:spChg chg="mod">
          <ac:chgData name="김현의" userId="cdc92b9d-c30e-4a55-86d2-6d0cf9507a66" providerId="ADAL" clId="{DDD44F08-1AA2-409A-9D83-AECE467BAEDD}" dt="2024-11-10T09:35:38.430" v="1764"/>
          <ac:spMkLst>
            <pc:docMk/>
            <pc:sldMk cId="367927937" sldId="284"/>
            <ac:spMk id="114" creationId="{116626A2-CD1E-3590-5249-CB99E20DA35E}"/>
          </ac:spMkLst>
        </pc:spChg>
        <pc:grpChg chg="add mod">
          <ac:chgData name="김현의" userId="cdc92b9d-c30e-4a55-86d2-6d0cf9507a66" providerId="ADAL" clId="{DDD44F08-1AA2-409A-9D83-AECE467BAEDD}" dt="2024-11-10T08:58:36.819" v="1231" actId="1076"/>
          <ac:grpSpMkLst>
            <pc:docMk/>
            <pc:sldMk cId="367927937" sldId="284"/>
            <ac:grpSpMk id="3" creationId="{3A397383-71E1-43AF-D2D4-E48809EB5A3D}"/>
          </ac:grpSpMkLst>
        </pc:grpChg>
        <pc:grpChg chg="mod">
          <ac:chgData name="김현의" userId="cdc92b9d-c30e-4a55-86d2-6d0cf9507a66" providerId="ADAL" clId="{DDD44F08-1AA2-409A-9D83-AECE467BAEDD}" dt="2024-11-10T08:52:44.804" v="1136"/>
          <ac:grpSpMkLst>
            <pc:docMk/>
            <pc:sldMk cId="367927937" sldId="284"/>
            <ac:grpSpMk id="4" creationId="{49AAF752-159C-6581-5C3B-B7B697D1EEF3}"/>
          </ac:grpSpMkLst>
        </pc:grpChg>
        <pc:grpChg chg="add del mod">
          <ac:chgData name="김현의" userId="cdc92b9d-c30e-4a55-86d2-6d0cf9507a66" providerId="ADAL" clId="{DDD44F08-1AA2-409A-9D83-AECE467BAEDD}" dt="2024-11-10T08:55:51.969" v="1187" actId="478"/>
          <ac:grpSpMkLst>
            <pc:docMk/>
            <pc:sldMk cId="367927937" sldId="284"/>
            <ac:grpSpMk id="8" creationId="{D31A946B-2D3B-BDA4-EE57-1D2421A41D3D}"/>
          </ac:grpSpMkLst>
        </pc:grpChg>
        <pc:grpChg chg="add mod">
          <ac:chgData name="김현의" userId="cdc92b9d-c30e-4a55-86d2-6d0cf9507a66" providerId="ADAL" clId="{DDD44F08-1AA2-409A-9D83-AECE467BAEDD}" dt="2024-11-10T08:58:12.453" v="1222" actId="1076"/>
          <ac:grpSpMkLst>
            <pc:docMk/>
            <pc:sldMk cId="367927937" sldId="284"/>
            <ac:grpSpMk id="11" creationId="{D20E67AB-B31B-794C-326C-408A12E0C04C}"/>
          </ac:grpSpMkLst>
        </pc:grpChg>
        <pc:grpChg chg="mod">
          <ac:chgData name="김현의" userId="cdc92b9d-c30e-4a55-86d2-6d0cf9507a66" providerId="ADAL" clId="{DDD44F08-1AA2-409A-9D83-AECE467BAEDD}" dt="2024-11-10T08:52:44.804" v="1136"/>
          <ac:grpSpMkLst>
            <pc:docMk/>
            <pc:sldMk cId="367927937" sldId="284"/>
            <ac:grpSpMk id="12" creationId="{FAE00AE2-1230-8264-C6BE-96DB479D9C9D}"/>
          </ac:grpSpMkLst>
        </pc:grpChg>
        <pc:grpChg chg="add mod">
          <ac:chgData name="김현의" userId="cdc92b9d-c30e-4a55-86d2-6d0cf9507a66" providerId="ADAL" clId="{DDD44F08-1AA2-409A-9D83-AECE467BAEDD}" dt="2024-11-10T08:57:17.192" v="1209" actId="1076"/>
          <ac:grpSpMkLst>
            <pc:docMk/>
            <pc:sldMk cId="367927937" sldId="284"/>
            <ac:grpSpMk id="22" creationId="{472F1E7A-4174-191B-79FD-F26269D38E56}"/>
          </ac:grpSpMkLst>
        </pc:grpChg>
        <pc:grpChg chg="add mod">
          <ac:chgData name="김현의" userId="cdc92b9d-c30e-4a55-86d2-6d0cf9507a66" providerId="ADAL" clId="{DDD44F08-1AA2-409A-9D83-AECE467BAEDD}" dt="2024-11-10T09:00:39.335" v="1269" actId="1076"/>
          <ac:grpSpMkLst>
            <pc:docMk/>
            <pc:sldMk cId="367927937" sldId="284"/>
            <ac:grpSpMk id="26" creationId="{55D71E2D-1AFA-D4FE-5D24-96DB37005C83}"/>
          </ac:grpSpMkLst>
        </pc:grpChg>
        <pc:grpChg chg="add mod">
          <ac:chgData name="김현의" userId="cdc92b9d-c30e-4a55-86d2-6d0cf9507a66" providerId="ADAL" clId="{DDD44F08-1AA2-409A-9D83-AECE467BAEDD}" dt="2024-11-10T09:00:39.335" v="1269" actId="1076"/>
          <ac:grpSpMkLst>
            <pc:docMk/>
            <pc:sldMk cId="367927937" sldId="284"/>
            <ac:grpSpMk id="29" creationId="{F06E804C-60A5-9C0F-0ECA-084FC3AA768B}"/>
          </ac:grpSpMkLst>
        </pc:grpChg>
        <pc:grpChg chg="del">
          <ac:chgData name="김현의" userId="cdc92b9d-c30e-4a55-86d2-6d0cf9507a66" providerId="ADAL" clId="{DDD44F08-1AA2-409A-9D83-AECE467BAEDD}" dt="2024-11-10T08:52:34.021" v="1135" actId="478"/>
          <ac:grpSpMkLst>
            <pc:docMk/>
            <pc:sldMk cId="367927937" sldId="284"/>
            <ac:grpSpMk id="46" creationId="{ECB30C1B-7F75-2251-B516-F1E20B720FC4}"/>
          </ac:grpSpMkLst>
        </pc:grpChg>
        <pc:grpChg chg="del">
          <ac:chgData name="김현의" userId="cdc92b9d-c30e-4a55-86d2-6d0cf9507a66" providerId="ADAL" clId="{DDD44F08-1AA2-409A-9D83-AECE467BAEDD}" dt="2024-11-10T08:52:34.021" v="1135" actId="478"/>
          <ac:grpSpMkLst>
            <pc:docMk/>
            <pc:sldMk cId="367927937" sldId="284"/>
            <ac:grpSpMk id="47" creationId="{7E586056-60ED-4E9F-3D6F-956D66003B71}"/>
          </ac:grpSpMkLst>
        </pc:grpChg>
        <pc:grpChg chg="del">
          <ac:chgData name="김현의" userId="cdc92b9d-c30e-4a55-86d2-6d0cf9507a66" providerId="ADAL" clId="{DDD44F08-1AA2-409A-9D83-AECE467BAEDD}" dt="2024-11-10T08:52:34.021" v="1135" actId="478"/>
          <ac:grpSpMkLst>
            <pc:docMk/>
            <pc:sldMk cId="367927937" sldId="284"/>
            <ac:grpSpMk id="53" creationId="{4D0C8718-CD14-022D-E413-E15A908A9456}"/>
          </ac:grpSpMkLst>
        </pc:grpChg>
        <pc:grpChg chg="add mod">
          <ac:chgData name="김현의" userId="cdc92b9d-c30e-4a55-86d2-6d0cf9507a66" providerId="ADAL" clId="{DDD44F08-1AA2-409A-9D83-AECE467BAEDD}" dt="2024-11-10T09:00:44.800" v="1271" actId="1076"/>
          <ac:grpSpMkLst>
            <pc:docMk/>
            <pc:sldMk cId="367927937" sldId="284"/>
            <ac:grpSpMk id="72" creationId="{5B9A88B0-38C8-BAAA-B0FD-A793EF19DD70}"/>
          </ac:grpSpMkLst>
        </pc:grpChg>
        <pc:grpChg chg="add mod">
          <ac:chgData name="김현의" userId="cdc92b9d-c30e-4a55-86d2-6d0cf9507a66" providerId="ADAL" clId="{DDD44F08-1AA2-409A-9D83-AECE467BAEDD}" dt="2024-11-10T09:23:02.999" v="1643" actId="164"/>
          <ac:grpSpMkLst>
            <pc:docMk/>
            <pc:sldMk cId="367927937" sldId="284"/>
            <ac:grpSpMk id="110" creationId="{540EC4E5-913C-58AC-099D-C3A0858A8A3E}"/>
          </ac:grpSpMkLst>
        </pc:grpChg>
        <pc:grpChg chg="add mod">
          <ac:chgData name="김현의" userId="cdc92b9d-c30e-4a55-86d2-6d0cf9507a66" providerId="ADAL" clId="{DDD44F08-1AA2-409A-9D83-AECE467BAEDD}" dt="2024-11-10T09:35:38.430" v="1764"/>
          <ac:grpSpMkLst>
            <pc:docMk/>
            <pc:sldMk cId="367927937" sldId="284"/>
            <ac:grpSpMk id="112" creationId="{2C107008-83A0-3F7C-A510-2BB194F36C44}"/>
          </ac:grpSpMkLst>
        </pc:grpChg>
        <pc:picChg chg="add del mod modCrop">
          <ac:chgData name="김현의" userId="cdc92b9d-c30e-4a55-86d2-6d0cf9507a66" providerId="ADAL" clId="{DDD44F08-1AA2-409A-9D83-AECE467BAEDD}" dt="2024-11-10T09:09:58.300" v="1339" actId="478"/>
          <ac:picMkLst>
            <pc:docMk/>
            <pc:sldMk cId="367927937" sldId="284"/>
            <ac:picMk id="85" creationId="{BD139D41-AE02-7D27-C4A7-FB7528E86D76}"/>
          </ac:picMkLst>
        </pc:picChg>
        <pc:picChg chg="add mod modCrop">
          <ac:chgData name="김현의" userId="cdc92b9d-c30e-4a55-86d2-6d0cf9507a66" providerId="ADAL" clId="{DDD44F08-1AA2-409A-9D83-AECE467BAEDD}" dt="2024-11-10T09:21:59.473" v="1631" actId="1076"/>
          <ac:picMkLst>
            <pc:docMk/>
            <pc:sldMk cId="367927937" sldId="284"/>
            <ac:picMk id="87" creationId="{4EF25969-21C0-DB84-7292-D2A674E53626}"/>
          </ac:picMkLst>
        </pc:picChg>
        <pc:picChg chg="add mod modCrop">
          <ac:chgData name="김현의" userId="cdc92b9d-c30e-4a55-86d2-6d0cf9507a66" providerId="ADAL" clId="{DDD44F08-1AA2-409A-9D83-AECE467BAEDD}" dt="2024-11-10T09:22:34.808" v="1640" actId="1076"/>
          <ac:picMkLst>
            <pc:docMk/>
            <pc:sldMk cId="367927937" sldId="284"/>
            <ac:picMk id="107" creationId="{F517BA3F-E8CD-7CC1-48F4-C1701140FEFE}"/>
          </ac:picMkLst>
        </pc:picChg>
        <pc:picChg chg="add mod modCrop">
          <ac:chgData name="김현의" userId="cdc92b9d-c30e-4a55-86d2-6d0cf9507a66" providerId="ADAL" clId="{DDD44F08-1AA2-409A-9D83-AECE467BAEDD}" dt="2024-11-10T09:22:01.602" v="1632" actId="1076"/>
          <ac:picMkLst>
            <pc:docMk/>
            <pc:sldMk cId="367927937" sldId="284"/>
            <ac:picMk id="108" creationId="{BF3CAAFE-ACC6-B6BC-1D00-77D7336B5AAC}"/>
          </ac:picMkLst>
        </pc:picChg>
        <pc:picChg chg="add mod modCrop">
          <ac:chgData name="김현의" userId="cdc92b9d-c30e-4a55-86d2-6d0cf9507a66" providerId="ADAL" clId="{DDD44F08-1AA2-409A-9D83-AECE467BAEDD}" dt="2024-11-10T09:22:34.808" v="1640" actId="1076"/>
          <ac:picMkLst>
            <pc:docMk/>
            <pc:sldMk cId="367927937" sldId="284"/>
            <ac:picMk id="109" creationId="{C4A85C65-46E3-A09A-FD5A-9307A9B8D4D6}"/>
          </ac:picMkLst>
        </pc:picChg>
        <pc:cxnChg chg="add del mod">
          <ac:chgData name="김현의" userId="cdc92b9d-c30e-4a55-86d2-6d0cf9507a66" providerId="ADAL" clId="{DDD44F08-1AA2-409A-9D83-AECE467BAEDD}" dt="2024-11-10T08:56:32.578" v="1207" actId="478"/>
          <ac:cxnSpMkLst>
            <pc:docMk/>
            <pc:sldMk cId="367927937" sldId="284"/>
            <ac:cxnSpMk id="16" creationId="{041A8152-4B9E-CEF3-6CEA-67B06C5971C3}"/>
          </ac:cxnSpMkLst>
        </pc:cxnChg>
        <pc:cxnChg chg="add mod">
          <ac:chgData name="김현의" userId="cdc92b9d-c30e-4a55-86d2-6d0cf9507a66" providerId="ADAL" clId="{DDD44F08-1AA2-409A-9D83-AECE467BAEDD}" dt="2024-11-10T08:58:04.789" v="1220" actId="208"/>
          <ac:cxnSpMkLst>
            <pc:docMk/>
            <pc:sldMk cId="367927937" sldId="284"/>
            <ac:cxnSpMk id="17" creationId="{2F57B579-FB4D-15CC-A4AF-C0D7D189D8FC}"/>
          </ac:cxnSpMkLst>
        </pc:cxnChg>
        <pc:cxnChg chg="add del mod">
          <ac:chgData name="김현의" userId="cdc92b9d-c30e-4a55-86d2-6d0cf9507a66" providerId="ADAL" clId="{DDD44F08-1AA2-409A-9D83-AECE467BAEDD}" dt="2024-11-10T08:57:32.234" v="1213" actId="478"/>
          <ac:cxnSpMkLst>
            <pc:docMk/>
            <pc:sldMk cId="367927937" sldId="284"/>
            <ac:cxnSpMk id="18" creationId="{A7A20852-70F2-9943-9FD3-7FFC8A0887C3}"/>
          </ac:cxnSpMkLst>
        </pc:cxnChg>
        <pc:cxnChg chg="add del mod">
          <ac:chgData name="김현의" userId="cdc92b9d-c30e-4a55-86d2-6d0cf9507a66" providerId="ADAL" clId="{DDD44F08-1AA2-409A-9D83-AECE467BAEDD}" dt="2024-11-10T08:53:11.052" v="1139" actId="478"/>
          <ac:cxnSpMkLst>
            <pc:docMk/>
            <pc:sldMk cId="367927937" sldId="284"/>
            <ac:cxnSpMk id="19" creationId="{68903B22-7D27-9563-2687-4B4DEBCC3C88}"/>
          </ac:cxnSpMkLst>
        </pc:cxnChg>
        <pc:cxnChg chg="add del mod">
          <ac:chgData name="김현의" userId="cdc92b9d-c30e-4a55-86d2-6d0cf9507a66" providerId="ADAL" clId="{DDD44F08-1AA2-409A-9D83-AECE467BAEDD}" dt="2024-11-10T08:52:47.994" v="1138" actId="478"/>
          <ac:cxnSpMkLst>
            <pc:docMk/>
            <pc:sldMk cId="367927937" sldId="284"/>
            <ac:cxnSpMk id="20" creationId="{79B839E3-C152-5E01-B58F-F8B10F036DE1}"/>
          </ac:cxnSpMkLst>
        </pc:cxnChg>
        <pc:cxnChg chg="add mod">
          <ac:chgData name="김현의" userId="cdc92b9d-c30e-4a55-86d2-6d0cf9507a66" providerId="ADAL" clId="{DDD44F08-1AA2-409A-9D83-AECE467BAEDD}" dt="2024-11-10T08:59:00.187" v="1238" actId="208"/>
          <ac:cxnSpMkLst>
            <pc:docMk/>
            <pc:sldMk cId="367927937" sldId="284"/>
            <ac:cxnSpMk id="25" creationId="{F52B16B0-D165-616C-E1B6-9564E5CF32C0}"/>
          </ac:cxnSpMkLst>
        </pc:cxnChg>
        <pc:cxnChg chg="add mod ord">
          <ac:chgData name="김현의" userId="cdc92b9d-c30e-4a55-86d2-6d0cf9507a66" providerId="ADAL" clId="{DDD44F08-1AA2-409A-9D83-AECE467BAEDD}" dt="2024-11-10T09:00:39.335" v="1269" actId="1076"/>
          <ac:cxnSpMkLst>
            <pc:docMk/>
            <pc:sldMk cId="367927937" sldId="284"/>
            <ac:cxnSpMk id="34" creationId="{10F76D27-C9A1-54EA-7D93-156FD5360443}"/>
          </ac:cxnSpMkLst>
        </pc:cxnChg>
        <pc:cxnChg chg="add mod">
          <ac:chgData name="김현의" userId="cdc92b9d-c30e-4a55-86d2-6d0cf9507a66" providerId="ADAL" clId="{DDD44F08-1AA2-409A-9D83-AECE467BAEDD}" dt="2024-11-10T09:00:35.894" v="1268" actId="14100"/>
          <ac:cxnSpMkLst>
            <pc:docMk/>
            <pc:sldMk cId="367927937" sldId="284"/>
            <ac:cxnSpMk id="69" creationId="{C39CB151-C347-3D5B-49A4-B9E95F7A4A86}"/>
          </ac:cxnSpMkLst>
        </pc:cxnChg>
        <pc:cxnChg chg="add mod">
          <ac:chgData name="김현의" userId="cdc92b9d-c30e-4a55-86d2-6d0cf9507a66" providerId="ADAL" clId="{DDD44F08-1AA2-409A-9D83-AECE467BAEDD}" dt="2024-11-10T09:01:06.390" v="1298" actId="1076"/>
          <ac:cxnSpMkLst>
            <pc:docMk/>
            <pc:sldMk cId="367927937" sldId="284"/>
            <ac:cxnSpMk id="75" creationId="{A0D3D0F7-FEC9-6DAF-4656-AFA3A7CF1712}"/>
          </ac:cxnSpMkLst>
        </pc:cxnChg>
        <pc:cxnChg chg="add mod">
          <ac:chgData name="김현의" userId="cdc92b9d-c30e-4a55-86d2-6d0cf9507a66" providerId="ADAL" clId="{DDD44F08-1AA2-409A-9D83-AECE467BAEDD}" dt="2024-11-10T09:06:20.540" v="1311" actId="14100"/>
          <ac:cxnSpMkLst>
            <pc:docMk/>
            <pc:sldMk cId="367927937" sldId="284"/>
            <ac:cxnSpMk id="77" creationId="{9380E686-3D46-86EA-DF62-D0D5FFCC3FA0}"/>
          </ac:cxnSpMkLst>
        </pc:cxnChg>
        <pc:cxnChg chg="add del mod">
          <ac:chgData name="김현의" userId="cdc92b9d-c30e-4a55-86d2-6d0cf9507a66" providerId="ADAL" clId="{DDD44F08-1AA2-409A-9D83-AECE467BAEDD}" dt="2024-11-10T09:19:59.769" v="1619" actId="478"/>
          <ac:cxnSpMkLst>
            <pc:docMk/>
            <pc:sldMk cId="367927937" sldId="284"/>
            <ac:cxnSpMk id="97" creationId="{DE2719A7-658A-4B23-A915-2ED3DF717C7A}"/>
          </ac:cxnSpMkLst>
        </pc:cxnChg>
        <pc:cxnChg chg="add del mod">
          <ac:chgData name="김현의" userId="cdc92b9d-c30e-4a55-86d2-6d0cf9507a66" providerId="ADAL" clId="{DDD44F08-1AA2-409A-9D83-AECE467BAEDD}" dt="2024-11-10T09:19:59.298" v="1618" actId="478"/>
          <ac:cxnSpMkLst>
            <pc:docMk/>
            <pc:sldMk cId="367927937" sldId="284"/>
            <ac:cxnSpMk id="102" creationId="{389BF3E3-9216-FC67-EE5B-8134FDA14798}"/>
          </ac:cxnSpMkLst>
        </pc:cxnChg>
      </pc:sldChg>
      <pc:sldChg chg="addSp delSp modSp add mod setBg delAnim modAnim">
        <pc:chgData name="김현의" userId="cdc92b9d-c30e-4a55-86d2-6d0cf9507a66" providerId="ADAL" clId="{DDD44F08-1AA2-409A-9D83-AECE467BAEDD}" dt="2024-11-10T09:44:11.903" v="1976" actId="1076"/>
        <pc:sldMkLst>
          <pc:docMk/>
          <pc:sldMk cId="2884666276" sldId="285"/>
        </pc:sldMkLst>
        <pc:spChg chg="add mod">
          <ac:chgData name="김현의" userId="cdc92b9d-c30e-4a55-86d2-6d0cf9507a66" providerId="ADAL" clId="{DDD44F08-1AA2-409A-9D83-AECE467BAEDD}" dt="2024-11-10T09:35:30.879" v="1763" actId="14100"/>
          <ac:spMkLst>
            <pc:docMk/>
            <pc:sldMk cId="2884666276" sldId="285"/>
            <ac:spMk id="8" creationId="{D8A7063D-CC99-1446-3571-2422F98DAE71}"/>
          </ac:spMkLst>
        </pc:spChg>
        <pc:spChg chg="add del mod">
          <ac:chgData name="김현의" userId="cdc92b9d-c30e-4a55-86d2-6d0cf9507a66" providerId="ADAL" clId="{DDD44F08-1AA2-409A-9D83-AECE467BAEDD}" dt="2024-11-10T09:35:45.137" v="1766" actId="478"/>
          <ac:spMkLst>
            <pc:docMk/>
            <pc:sldMk cId="2884666276" sldId="285"/>
            <ac:spMk id="9" creationId="{43B557B8-7C6B-5882-4057-83ED8ED01459}"/>
          </ac:spMkLst>
        </pc:spChg>
        <pc:spChg chg="add mod">
          <ac:chgData name="김현의" userId="cdc92b9d-c30e-4a55-86d2-6d0cf9507a66" providerId="ADAL" clId="{DDD44F08-1AA2-409A-9D83-AECE467BAEDD}" dt="2024-11-10T09:41:13.765" v="1962" actId="1076"/>
          <ac:spMkLst>
            <pc:docMk/>
            <pc:sldMk cId="2884666276" sldId="285"/>
            <ac:spMk id="10" creationId="{B0AB78BB-51F2-21AD-A810-7C360C77DC7C}"/>
          </ac:spMkLst>
        </pc:spChg>
        <pc:spChg chg="mod">
          <ac:chgData name="김현의" userId="cdc92b9d-c30e-4a55-86d2-6d0cf9507a66" providerId="ADAL" clId="{DDD44F08-1AA2-409A-9D83-AECE467BAEDD}" dt="2024-11-10T09:32:03.071" v="1740" actId="403"/>
          <ac:spMkLst>
            <pc:docMk/>
            <pc:sldMk cId="2884666276" sldId="285"/>
            <ac:spMk id="13" creationId="{6F5B46CA-7677-5C3B-E7AD-67D1517CDBC2}"/>
          </ac:spMkLst>
        </pc:spChg>
        <pc:spChg chg="mod">
          <ac:chgData name="김현의" userId="cdc92b9d-c30e-4a55-86d2-6d0cf9507a66" providerId="ADAL" clId="{DDD44F08-1AA2-409A-9D83-AECE467BAEDD}" dt="2024-11-10T09:32:04.679" v="1747" actId="14100"/>
          <ac:spMkLst>
            <pc:docMk/>
            <pc:sldMk cId="2884666276" sldId="285"/>
            <ac:spMk id="14" creationId="{410A0554-2290-6E58-7B07-C60AE25B1758}"/>
          </ac:spMkLst>
        </pc:spChg>
        <pc:spChg chg="mod">
          <ac:chgData name="김현의" userId="cdc92b9d-c30e-4a55-86d2-6d0cf9507a66" providerId="ADAL" clId="{DDD44F08-1AA2-409A-9D83-AECE467BAEDD}" dt="2024-11-10T09:32:04.450" v="1746" actId="403"/>
          <ac:spMkLst>
            <pc:docMk/>
            <pc:sldMk cId="2884666276" sldId="285"/>
            <ac:spMk id="15" creationId="{48D8164B-E133-66C2-CB30-D8CC79431AFC}"/>
          </ac:spMkLst>
        </pc:spChg>
        <pc:spChg chg="add mod">
          <ac:chgData name="김현의" userId="cdc92b9d-c30e-4a55-86d2-6d0cf9507a66" providerId="ADAL" clId="{DDD44F08-1AA2-409A-9D83-AECE467BAEDD}" dt="2024-11-10T09:36:30.972" v="1868" actId="1076"/>
          <ac:spMkLst>
            <pc:docMk/>
            <pc:sldMk cId="2884666276" sldId="285"/>
            <ac:spMk id="16" creationId="{752798DA-850F-F245-789F-29D7244143D6}"/>
          </ac:spMkLst>
        </pc:spChg>
        <pc:spChg chg="add del mod">
          <ac:chgData name="김현의" userId="cdc92b9d-c30e-4a55-86d2-6d0cf9507a66" providerId="ADAL" clId="{DDD44F08-1AA2-409A-9D83-AECE467BAEDD}" dt="2024-11-10T09:39:34.731" v="1894" actId="478"/>
          <ac:spMkLst>
            <pc:docMk/>
            <pc:sldMk cId="2884666276" sldId="285"/>
            <ac:spMk id="18" creationId="{09F72223-1305-0515-54A1-B5DD3FB97FE8}"/>
          </ac:spMkLst>
        </pc:spChg>
        <pc:spChg chg="add mod">
          <ac:chgData name="김현의" userId="cdc92b9d-c30e-4a55-86d2-6d0cf9507a66" providerId="ADAL" clId="{DDD44F08-1AA2-409A-9D83-AECE467BAEDD}" dt="2024-11-10T09:39:47.372" v="1897" actId="1076"/>
          <ac:spMkLst>
            <pc:docMk/>
            <pc:sldMk cId="2884666276" sldId="285"/>
            <ac:spMk id="19" creationId="{533B7979-3011-BA31-E4EE-7AF0A0ED2241}"/>
          </ac:spMkLst>
        </pc:spChg>
        <pc:spChg chg="add del mod">
          <ac:chgData name="김현의" userId="cdc92b9d-c30e-4a55-86d2-6d0cf9507a66" providerId="ADAL" clId="{DDD44F08-1AA2-409A-9D83-AECE467BAEDD}" dt="2024-11-10T09:44:11.903" v="1976" actId="1076"/>
          <ac:spMkLst>
            <pc:docMk/>
            <pc:sldMk cId="2884666276" sldId="285"/>
            <ac:spMk id="20" creationId="{3DDD7F40-0DEC-6619-494E-895A5A123EDC}"/>
          </ac:spMkLst>
        </pc:spChg>
        <pc:spChg chg="add del mod">
          <ac:chgData name="김현의" userId="cdc92b9d-c30e-4a55-86d2-6d0cf9507a66" providerId="ADAL" clId="{DDD44F08-1AA2-409A-9D83-AECE467BAEDD}" dt="2024-11-10T09:39:55.612" v="1900" actId="478"/>
          <ac:spMkLst>
            <pc:docMk/>
            <pc:sldMk cId="2884666276" sldId="285"/>
            <ac:spMk id="21" creationId="{43506A1E-4FA0-52E7-763A-0B163FBF5FC0}"/>
          </ac:spMkLst>
        </pc:spChg>
        <pc:spChg chg="mod">
          <ac:chgData name="김현의" userId="cdc92b9d-c30e-4a55-86d2-6d0cf9507a66" providerId="ADAL" clId="{DDD44F08-1AA2-409A-9D83-AECE467BAEDD}" dt="2024-11-10T09:29:18.307" v="1695" actId="208"/>
          <ac:spMkLst>
            <pc:docMk/>
            <pc:sldMk cId="2884666276" sldId="285"/>
            <ac:spMk id="23" creationId="{75CFA2A8-93F1-7F5C-51D9-822844D86382}"/>
          </ac:spMkLst>
        </pc:spChg>
        <pc:spChg chg="mod">
          <ac:chgData name="김현의" userId="cdc92b9d-c30e-4a55-86d2-6d0cf9507a66" providerId="ADAL" clId="{DDD44F08-1AA2-409A-9D83-AECE467BAEDD}" dt="2024-11-10T09:30:46.776" v="1708" actId="404"/>
          <ac:spMkLst>
            <pc:docMk/>
            <pc:sldMk cId="2884666276" sldId="285"/>
            <ac:spMk id="24" creationId="{1F6DEA37-D436-F450-B850-F9436E716FCB}"/>
          </ac:spMkLst>
        </pc:spChg>
        <pc:spChg chg="mod">
          <ac:chgData name="김현의" userId="cdc92b9d-c30e-4a55-86d2-6d0cf9507a66" providerId="ADAL" clId="{DDD44F08-1AA2-409A-9D83-AECE467BAEDD}" dt="2024-11-10T09:31:03.867" v="1714" actId="1076"/>
          <ac:spMkLst>
            <pc:docMk/>
            <pc:sldMk cId="2884666276" sldId="285"/>
            <ac:spMk id="33" creationId="{8E735A33-DDA4-2075-B5BC-67A2C181E837}"/>
          </ac:spMkLst>
        </pc:spChg>
        <pc:spChg chg="add mod">
          <ac:chgData name="김현의" userId="cdc92b9d-c30e-4a55-86d2-6d0cf9507a66" providerId="ADAL" clId="{DDD44F08-1AA2-409A-9D83-AECE467BAEDD}" dt="2024-11-10T09:44:11.903" v="1976" actId="1076"/>
          <ac:spMkLst>
            <pc:docMk/>
            <pc:sldMk cId="2884666276" sldId="285"/>
            <ac:spMk id="35" creationId="{AD0AA190-71ED-A6DE-94C7-6F2929645E9D}"/>
          </ac:spMkLst>
        </pc:spChg>
        <pc:spChg chg="add mod">
          <ac:chgData name="김현의" userId="cdc92b9d-c30e-4a55-86d2-6d0cf9507a66" providerId="ADAL" clId="{DDD44F08-1AA2-409A-9D83-AECE467BAEDD}" dt="2024-11-10T09:44:11.903" v="1976" actId="1076"/>
          <ac:spMkLst>
            <pc:docMk/>
            <pc:sldMk cId="2884666276" sldId="285"/>
            <ac:spMk id="36" creationId="{88617708-FDA4-59E9-DD1B-4D4E534CB902}"/>
          </ac:spMkLst>
        </pc:spChg>
        <pc:spChg chg="add mod">
          <ac:chgData name="김현의" userId="cdc92b9d-c30e-4a55-86d2-6d0cf9507a66" providerId="ADAL" clId="{DDD44F08-1AA2-409A-9D83-AECE467BAEDD}" dt="2024-11-10T09:41:15.193" v="1964" actId="571"/>
          <ac:spMkLst>
            <pc:docMk/>
            <pc:sldMk cId="2884666276" sldId="285"/>
            <ac:spMk id="43" creationId="{A0A908BB-8CCB-D83D-98DF-93F4C9D27360}"/>
          </ac:spMkLst>
        </pc:spChg>
        <pc:spChg chg="add del mod topLvl">
          <ac:chgData name="김현의" userId="cdc92b9d-c30e-4a55-86d2-6d0cf9507a66" providerId="ADAL" clId="{DDD44F08-1AA2-409A-9D83-AECE467BAEDD}" dt="2024-11-10T09:33:11.667" v="1760" actId="1076"/>
          <ac:spMkLst>
            <pc:docMk/>
            <pc:sldMk cId="2884666276" sldId="285"/>
            <ac:spMk id="90" creationId="{1B488DB2-FE7A-A0CB-60BB-F0B8E0AD9D9F}"/>
          </ac:spMkLst>
        </pc:spChg>
        <pc:spChg chg="add del mod topLvl">
          <ac:chgData name="김현의" userId="cdc92b9d-c30e-4a55-86d2-6d0cf9507a66" providerId="ADAL" clId="{DDD44F08-1AA2-409A-9D83-AECE467BAEDD}" dt="2024-11-10T09:32:20.279" v="1752" actId="478"/>
          <ac:spMkLst>
            <pc:docMk/>
            <pc:sldMk cId="2884666276" sldId="285"/>
            <ac:spMk id="95" creationId="{F16AAD12-C104-B748-CB96-43557D8F2B4C}"/>
          </ac:spMkLst>
        </pc:spChg>
        <pc:grpChg chg="mod">
          <ac:chgData name="김현의" userId="cdc92b9d-c30e-4a55-86d2-6d0cf9507a66" providerId="ADAL" clId="{DDD44F08-1AA2-409A-9D83-AECE467BAEDD}" dt="2024-11-10T09:31:10.382" v="1715" actId="1076"/>
          <ac:grpSpMkLst>
            <pc:docMk/>
            <pc:sldMk cId="2884666276" sldId="285"/>
            <ac:grpSpMk id="3" creationId="{A1C44CF9-2227-82C5-5279-5B0D0570C1F2}"/>
          </ac:grpSpMkLst>
        </pc:grpChg>
        <pc:grpChg chg="mod">
          <ac:chgData name="김현의" userId="cdc92b9d-c30e-4a55-86d2-6d0cf9507a66" providerId="ADAL" clId="{DDD44F08-1AA2-409A-9D83-AECE467BAEDD}" dt="2024-11-10T09:32:01.856" v="1737" actId="1076"/>
          <ac:grpSpMkLst>
            <pc:docMk/>
            <pc:sldMk cId="2884666276" sldId="285"/>
            <ac:grpSpMk id="11" creationId="{87481F2F-82AE-87DC-3D1F-4B8D395EC254}"/>
          </ac:grpSpMkLst>
        </pc:grpChg>
        <pc:grpChg chg="mod">
          <ac:chgData name="김현의" userId="cdc92b9d-c30e-4a55-86d2-6d0cf9507a66" providerId="ADAL" clId="{DDD44F08-1AA2-409A-9D83-AECE467BAEDD}" dt="2024-11-10T09:31:10.382" v="1715" actId="1076"/>
          <ac:grpSpMkLst>
            <pc:docMk/>
            <pc:sldMk cId="2884666276" sldId="285"/>
            <ac:grpSpMk id="22" creationId="{ACF7E3A2-E95F-0090-0E51-0ACBCE8BF64B}"/>
          </ac:grpSpMkLst>
        </pc:grpChg>
        <pc:grpChg chg="mod">
          <ac:chgData name="김현의" userId="cdc92b9d-c30e-4a55-86d2-6d0cf9507a66" providerId="ADAL" clId="{DDD44F08-1AA2-409A-9D83-AECE467BAEDD}" dt="2024-11-10T09:31:10.382" v="1715" actId="1076"/>
          <ac:grpSpMkLst>
            <pc:docMk/>
            <pc:sldMk cId="2884666276" sldId="285"/>
            <ac:grpSpMk id="26" creationId="{AE7A4BF5-2F3B-05C0-2041-3A3CFC4ECE4D}"/>
          </ac:grpSpMkLst>
        </pc:grpChg>
        <pc:grpChg chg="mod">
          <ac:chgData name="김현의" userId="cdc92b9d-c30e-4a55-86d2-6d0cf9507a66" providerId="ADAL" clId="{DDD44F08-1AA2-409A-9D83-AECE467BAEDD}" dt="2024-11-10T09:31:10.382" v="1715" actId="1076"/>
          <ac:grpSpMkLst>
            <pc:docMk/>
            <pc:sldMk cId="2884666276" sldId="285"/>
            <ac:grpSpMk id="29" creationId="{CC3E7118-D106-C399-F0A2-93CFDBADE133}"/>
          </ac:grpSpMkLst>
        </pc:grpChg>
        <pc:grpChg chg="add mod">
          <ac:chgData name="김현의" userId="cdc92b9d-c30e-4a55-86d2-6d0cf9507a66" providerId="ADAL" clId="{DDD44F08-1AA2-409A-9D83-AECE467BAEDD}" dt="2024-11-10T09:44:11.903" v="1976" actId="1076"/>
          <ac:grpSpMkLst>
            <pc:docMk/>
            <pc:sldMk cId="2884666276" sldId="285"/>
            <ac:grpSpMk id="37" creationId="{E8746A36-A483-9469-B656-915D543706BA}"/>
          </ac:grpSpMkLst>
        </pc:grpChg>
        <pc:grpChg chg="mod">
          <ac:chgData name="김현의" userId="cdc92b9d-c30e-4a55-86d2-6d0cf9507a66" providerId="ADAL" clId="{DDD44F08-1AA2-409A-9D83-AECE467BAEDD}" dt="2024-11-10T09:31:10.382" v="1715" actId="1076"/>
          <ac:grpSpMkLst>
            <pc:docMk/>
            <pc:sldMk cId="2884666276" sldId="285"/>
            <ac:grpSpMk id="72" creationId="{34D867A9-E604-5E60-6825-DFDD6DFDA106}"/>
          </ac:grpSpMkLst>
        </pc:grpChg>
        <pc:grpChg chg="del">
          <ac:chgData name="김현의" userId="cdc92b9d-c30e-4a55-86d2-6d0cf9507a66" providerId="ADAL" clId="{DDD44F08-1AA2-409A-9D83-AECE467BAEDD}" dt="2024-11-10T09:32:16.661" v="1749" actId="165"/>
          <ac:grpSpMkLst>
            <pc:docMk/>
            <pc:sldMk cId="2884666276" sldId="285"/>
            <ac:grpSpMk id="110" creationId="{BF3DEEE9-B4AF-AD6D-3AE2-FEF03F279EE2}"/>
          </ac:grpSpMkLst>
        </pc:grpChg>
        <pc:picChg chg="add mod">
          <ac:chgData name="김현의" userId="cdc92b9d-c30e-4a55-86d2-6d0cf9507a66" providerId="ADAL" clId="{DDD44F08-1AA2-409A-9D83-AECE467BAEDD}" dt="2024-11-10T09:44:11.903" v="1976" actId="1076"/>
          <ac:picMkLst>
            <pc:docMk/>
            <pc:sldMk cId="2884666276" sldId="285"/>
            <ac:picMk id="30" creationId="{6971E2B1-DF2F-8C68-472F-A436B2069CA0}"/>
          </ac:picMkLst>
        </pc:picChg>
        <pc:picChg chg="del">
          <ac:chgData name="김현의" userId="cdc92b9d-c30e-4a55-86d2-6d0cf9507a66" providerId="ADAL" clId="{DDD44F08-1AA2-409A-9D83-AECE467BAEDD}" dt="2024-11-10T09:32:20.999" v="1753" actId="478"/>
          <ac:picMkLst>
            <pc:docMk/>
            <pc:sldMk cId="2884666276" sldId="285"/>
            <ac:picMk id="87" creationId="{300759AF-8223-53BB-C05A-59612F7CEF1D}"/>
          </ac:picMkLst>
        </pc:picChg>
        <pc:picChg chg="del">
          <ac:chgData name="김현의" userId="cdc92b9d-c30e-4a55-86d2-6d0cf9507a66" providerId="ADAL" clId="{DDD44F08-1AA2-409A-9D83-AECE467BAEDD}" dt="2024-11-10T09:32:21.644" v="1755" actId="478"/>
          <ac:picMkLst>
            <pc:docMk/>
            <pc:sldMk cId="2884666276" sldId="285"/>
            <ac:picMk id="107" creationId="{94CEFAC1-54CA-07AC-5491-7963C694AA9A}"/>
          </ac:picMkLst>
        </pc:picChg>
        <pc:picChg chg="del">
          <ac:chgData name="김현의" userId="cdc92b9d-c30e-4a55-86d2-6d0cf9507a66" providerId="ADAL" clId="{DDD44F08-1AA2-409A-9D83-AECE467BAEDD}" dt="2024-11-10T09:32:21.959" v="1756" actId="478"/>
          <ac:picMkLst>
            <pc:docMk/>
            <pc:sldMk cId="2884666276" sldId="285"/>
            <ac:picMk id="108" creationId="{63C50249-1AEF-9589-555B-8C0EFD52EE38}"/>
          </ac:picMkLst>
        </pc:picChg>
        <pc:picChg chg="del">
          <ac:chgData name="김현의" userId="cdc92b9d-c30e-4a55-86d2-6d0cf9507a66" providerId="ADAL" clId="{DDD44F08-1AA2-409A-9D83-AECE467BAEDD}" dt="2024-11-10T09:32:21.290" v="1754" actId="478"/>
          <ac:picMkLst>
            <pc:docMk/>
            <pc:sldMk cId="2884666276" sldId="285"/>
            <ac:picMk id="109" creationId="{210943FB-7C2A-57D0-0125-0904D2169514}"/>
          </ac:picMkLst>
        </pc:picChg>
        <pc:cxnChg chg="mod">
          <ac:chgData name="김현의" userId="cdc92b9d-c30e-4a55-86d2-6d0cf9507a66" providerId="ADAL" clId="{DDD44F08-1AA2-409A-9D83-AECE467BAEDD}" dt="2024-11-10T09:31:10.382" v="1715" actId="1076"/>
          <ac:cxnSpMkLst>
            <pc:docMk/>
            <pc:sldMk cId="2884666276" sldId="285"/>
            <ac:cxnSpMk id="17" creationId="{42AABF21-DFD1-B8F8-125E-986538377509}"/>
          </ac:cxnSpMkLst>
        </pc:cxnChg>
        <pc:cxnChg chg="mod">
          <ac:chgData name="김현의" userId="cdc92b9d-c30e-4a55-86d2-6d0cf9507a66" providerId="ADAL" clId="{DDD44F08-1AA2-409A-9D83-AECE467BAEDD}" dt="2024-11-10T09:31:10.382" v="1715" actId="1076"/>
          <ac:cxnSpMkLst>
            <pc:docMk/>
            <pc:sldMk cId="2884666276" sldId="285"/>
            <ac:cxnSpMk id="25" creationId="{3435BFBC-04DD-EDC5-3FAA-C789B1546CCF}"/>
          </ac:cxnSpMkLst>
        </pc:cxnChg>
        <pc:cxnChg chg="mod">
          <ac:chgData name="김현의" userId="cdc92b9d-c30e-4a55-86d2-6d0cf9507a66" providerId="ADAL" clId="{DDD44F08-1AA2-409A-9D83-AECE467BAEDD}" dt="2024-11-10T09:31:10.382" v="1715" actId="1076"/>
          <ac:cxnSpMkLst>
            <pc:docMk/>
            <pc:sldMk cId="2884666276" sldId="285"/>
            <ac:cxnSpMk id="34" creationId="{8AD61722-5ABA-16DC-6974-6E2D0191304D}"/>
          </ac:cxnSpMkLst>
        </pc:cxnChg>
        <pc:cxnChg chg="mod">
          <ac:chgData name="김현의" userId="cdc92b9d-c30e-4a55-86d2-6d0cf9507a66" providerId="ADAL" clId="{DDD44F08-1AA2-409A-9D83-AECE467BAEDD}" dt="2024-11-10T09:31:10.382" v="1715" actId="1076"/>
          <ac:cxnSpMkLst>
            <pc:docMk/>
            <pc:sldMk cId="2884666276" sldId="285"/>
            <ac:cxnSpMk id="69" creationId="{E2DC8F1A-1EA5-A883-B06B-EF12ABA538A6}"/>
          </ac:cxnSpMkLst>
        </pc:cxnChg>
        <pc:cxnChg chg="mod">
          <ac:chgData name="김현의" userId="cdc92b9d-c30e-4a55-86d2-6d0cf9507a66" providerId="ADAL" clId="{DDD44F08-1AA2-409A-9D83-AECE467BAEDD}" dt="2024-11-10T09:31:10.382" v="1715" actId="1076"/>
          <ac:cxnSpMkLst>
            <pc:docMk/>
            <pc:sldMk cId="2884666276" sldId="285"/>
            <ac:cxnSpMk id="75" creationId="{CD4A581D-257A-5B90-0D93-7B219BA03489}"/>
          </ac:cxnSpMkLst>
        </pc:cxnChg>
        <pc:cxnChg chg="mod">
          <ac:chgData name="김현의" userId="cdc92b9d-c30e-4a55-86d2-6d0cf9507a66" providerId="ADAL" clId="{DDD44F08-1AA2-409A-9D83-AECE467BAEDD}" dt="2024-11-10T09:31:33.979" v="1721" actId="1076"/>
          <ac:cxnSpMkLst>
            <pc:docMk/>
            <pc:sldMk cId="2884666276" sldId="285"/>
            <ac:cxnSpMk id="77" creationId="{414D7C35-A84D-2196-5479-5CF76AEB05AA}"/>
          </ac:cxnSpMkLst>
        </pc:cxnChg>
      </pc:sldChg>
    </pc:docChg>
  </pc:docChgLst>
  <pc:docChgLst>
    <pc:chgData name="김현의" userId="cdc92b9d-c30e-4a55-86d2-6d0cf9507a66" providerId="ADAL" clId="{B4A9E4C7-0B39-4518-8286-B6B997BF31C0}"/>
    <pc:docChg chg="undo custSel addSld delSld modSld sldOrd">
      <pc:chgData name="김현의" userId="cdc92b9d-c30e-4a55-86d2-6d0cf9507a66" providerId="ADAL" clId="{B4A9E4C7-0B39-4518-8286-B6B997BF31C0}" dt="2024-10-26T18:09:45.933" v="6730" actId="47"/>
      <pc:docMkLst>
        <pc:docMk/>
      </pc:docMkLst>
      <pc:sldChg chg="modSp mod modNotesTx">
        <pc:chgData name="김현의" userId="cdc92b9d-c30e-4a55-86d2-6d0cf9507a66" providerId="ADAL" clId="{B4A9E4C7-0B39-4518-8286-B6B997BF31C0}" dt="2024-10-26T16:07:35.661" v="2298"/>
        <pc:sldMkLst>
          <pc:docMk/>
          <pc:sldMk cId="3682429938" sldId="256"/>
        </pc:sldMkLst>
        <pc:spChg chg="mod">
          <ac:chgData name="김현의" userId="cdc92b9d-c30e-4a55-86d2-6d0cf9507a66" providerId="ADAL" clId="{B4A9E4C7-0B39-4518-8286-B6B997BF31C0}" dt="2024-10-26T15:39:07.171" v="492" actId="20577"/>
          <ac:spMkLst>
            <pc:docMk/>
            <pc:sldMk cId="3682429938" sldId="256"/>
            <ac:spMk id="4" creationId="{EA6FA621-F107-F431-21DA-7C25DED950E1}"/>
          </ac:spMkLst>
        </pc:spChg>
        <pc:spChg chg="mod">
          <ac:chgData name="김현의" userId="cdc92b9d-c30e-4a55-86d2-6d0cf9507a66" providerId="ADAL" clId="{B4A9E4C7-0B39-4518-8286-B6B997BF31C0}" dt="2024-10-26T15:43:30.871" v="1059" actId="20577"/>
          <ac:spMkLst>
            <pc:docMk/>
            <pc:sldMk cId="3682429938" sldId="256"/>
            <ac:spMk id="20" creationId="{4189136B-6886-DAD3-7B0A-251FEE723B05}"/>
          </ac:spMkLst>
        </pc:spChg>
      </pc:sldChg>
      <pc:sldChg chg="addSp delSp modSp del mod setBg">
        <pc:chgData name="김현의" userId="cdc92b9d-c30e-4a55-86d2-6d0cf9507a66" providerId="ADAL" clId="{B4A9E4C7-0B39-4518-8286-B6B997BF31C0}" dt="2024-10-26T16:04:21.956" v="2269" actId="47"/>
        <pc:sldMkLst>
          <pc:docMk/>
          <pc:sldMk cId="2020887096" sldId="257"/>
        </pc:sldMkLst>
        <pc:spChg chg="del">
          <ac:chgData name="김현의" userId="cdc92b9d-c30e-4a55-86d2-6d0cf9507a66" providerId="ADAL" clId="{B4A9E4C7-0B39-4518-8286-B6B997BF31C0}" dt="2024-10-26T15:37:57.137" v="384" actId="478"/>
          <ac:spMkLst>
            <pc:docMk/>
            <pc:sldMk cId="2020887096" sldId="257"/>
            <ac:spMk id="4" creationId="{8AAE07E0-5824-1FE1-746D-5D49BDF124E8}"/>
          </ac:spMkLst>
        </pc:spChg>
        <pc:spChg chg="mod">
          <ac:chgData name="김현의" userId="cdc92b9d-c30e-4a55-86d2-6d0cf9507a66" providerId="ADAL" clId="{B4A9E4C7-0B39-4518-8286-B6B997BF31C0}" dt="2024-10-26T15:37:49.446" v="367" actId="20577"/>
          <ac:spMkLst>
            <pc:docMk/>
            <pc:sldMk cId="2020887096" sldId="257"/>
            <ac:spMk id="8" creationId="{416AED41-5B76-F4D7-AEF7-53DDFF0F7BD5}"/>
          </ac:spMkLst>
        </pc:spChg>
        <pc:spChg chg="add mod">
          <ac:chgData name="김현의" userId="cdc92b9d-c30e-4a55-86d2-6d0cf9507a66" providerId="ADAL" clId="{B4A9E4C7-0B39-4518-8286-B6B997BF31C0}" dt="2024-10-26T15:37:51.940" v="381" actId="20577"/>
          <ac:spMkLst>
            <pc:docMk/>
            <pc:sldMk cId="2020887096" sldId="257"/>
            <ac:spMk id="10" creationId="{D154FD23-CCCE-0AAA-20D0-64C47443900B}"/>
          </ac:spMkLst>
        </pc:spChg>
        <pc:spChg chg="del">
          <ac:chgData name="김현의" userId="cdc92b9d-c30e-4a55-86d2-6d0cf9507a66" providerId="ADAL" clId="{B4A9E4C7-0B39-4518-8286-B6B997BF31C0}" dt="2024-10-26T15:37:20.683" v="329" actId="478"/>
          <ac:spMkLst>
            <pc:docMk/>
            <pc:sldMk cId="2020887096" sldId="257"/>
            <ac:spMk id="13" creationId="{546774AF-4C7A-948D-473B-C3728DA1F94D}"/>
          </ac:spMkLst>
        </pc:spChg>
        <pc:spChg chg="add mod">
          <ac:chgData name="김현의" userId="cdc92b9d-c30e-4a55-86d2-6d0cf9507a66" providerId="ADAL" clId="{B4A9E4C7-0B39-4518-8286-B6B997BF31C0}" dt="2024-10-26T15:38:02.075" v="400" actId="20577"/>
          <ac:spMkLst>
            <pc:docMk/>
            <pc:sldMk cId="2020887096" sldId="257"/>
            <ac:spMk id="16" creationId="{DF5003FC-CD02-704E-5B0D-933F44E63126}"/>
          </ac:spMkLst>
        </pc:spChg>
      </pc:sldChg>
      <pc:sldChg chg="del">
        <pc:chgData name="김현의" userId="cdc92b9d-c30e-4a55-86d2-6d0cf9507a66" providerId="ADAL" clId="{B4A9E4C7-0B39-4518-8286-B6B997BF31C0}" dt="2024-10-26T16:04:21.956" v="2269" actId="47"/>
        <pc:sldMkLst>
          <pc:docMk/>
          <pc:sldMk cId="95151214" sldId="258"/>
        </pc:sldMkLst>
      </pc:sldChg>
      <pc:sldChg chg="del">
        <pc:chgData name="김현의" userId="cdc92b9d-c30e-4a55-86d2-6d0cf9507a66" providerId="ADAL" clId="{B4A9E4C7-0B39-4518-8286-B6B997BF31C0}" dt="2024-10-26T16:04:21.956" v="2269" actId="47"/>
        <pc:sldMkLst>
          <pc:docMk/>
          <pc:sldMk cId="2153369399" sldId="259"/>
        </pc:sldMkLst>
      </pc:sldChg>
      <pc:sldChg chg="del">
        <pc:chgData name="김현의" userId="cdc92b9d-c30e-4a55-86d2-6d0cf9507a66" providerId="ADAL" clId="{B4A9E4C7-0B39-4518-8286-B6B997BF31C0}" dt="2024-10-26T16:04:21.956" v="2269" actId="47"/>
        <pc:sldMkLst>
          <pc:docMk/>
          <pc:sldMk cId="3400771142" sldId="260"/>
        </pc:sldMkLst>
      </pc:sldChg>
      <pc:sldChg chg="del">
        <pc:chgData name="김현의" userId="cdc92b9d-c30e-4a55-86d2-6d0cf9507a66" providerId="ADAL" clId="{B4A9E4C7-0B39-4518-8286-B6B997BF31C0}" dt="2024-10-26T16:04:21.956" v="2269" actId="47"/>
        <pc:sldMkLst>
          <pc:docMk/>
          <pc:sldMk cId="2927453043" sldId="261"/>
        </pc:sldMkLst>
      </pc:sldChg>
      <pc:sldChg chg="addSp modSp mod">
        <pc:chgData name="김현의" userId="cdc92b9d-c30e-4a55-86d2-6d0cf9507a66" providerId="ADAL" clId="{B4A9E4C7-0B39-4518-8286-B6B997BF31C0}" dt="2024-10-26T17:02:27.613" v="4507" actId="1076"/>
        <pc:sldMkLst>
          <pc:docMk/>
          <pc:sldMk cId="2266333198" sldId="262"/>
        </pc:sldMkLst>
        <pc:spChg chg="add mod">
          <ac:chgData name="김현의" userId="cdc92b9d-c30e-4a55-86d2-6d0cf9507a66" providerId="ADAL" clId="{B4A9E4C7-0B39-4518-8286-B6B997BF31C0}" dt="2024-10-26T17:02:17.658" v="4504" actId="1076"/>
          <ac:spMkLst>
            <pc:docMk/>
            <pc:sldMk cId="2266333198" sldId="262"/>
            <ac:spMk id="2" creationId="{2E06F308-C92F-993B-2E71-F599FBF1136A}"/>
          </ac:spMkLst>
        </pc:spChg>
        <pc:spChg chg="add mod">
          <ac:chgData name="김현의" userId="cdc92b9d-c30e-4a55-86d2-6d0cf9507a66" providerId="ADAL" clId="{B4A9E4C7-0B39-4518-8286-B6B997BF31C0}" dt="2024-10-26T17:02:27.613" v="4507" actId="1076"/>
          <ac:spMkLst>
            <pc:docMk/>
            <pc:sldMk cId="2266333198" sldId="262"/>
            <ac:spMk id="3" creationId="{039B9B81-6F8A-DACB-0174-3572F6A45D30}"/>
          </ac:spMkLst>
        </pc:spChg>
        <pc:spChg chg="mod">
          <ac:chgData name="김현의" userId="cdc92b9d-c30e-4a55-86d2-6d0cf9507a66" providerId="ADAL" clId="{B4A9E4C7-0B39-4518-8286-B6B997BF31C0}" dt="2024-10-26T17:02:15.958" v="4502" actId="1076"/>
          <ac:spMkLst>
            <pc:docMk/>
            <pc:sldMk cId="2266333198" sldId="262"/>
            <ac:spMk id="6" creationId="{85F66AA7-C50F-410C-366C-470BC91F4822}"/>
          </ac:spMkLst>
        </pc:spChg>
        <pc:grpChg chg="add mod">
          <ac:chgData name="김현의" userId="cdc92b9d-c30e-4a55-86d2-6d0cf9507a66" providerId="ADAL" clId="{B4A9E4C7-0B39-4518-8286-B6B997BF31C0}" dt="2024-10-26T17:02:19.837" v="4505" actId="1076"/>
          <ac:grpSpMkLst>
            <pc:docMk/>
            <pc:sldMk cId="2266333198" sldId="262"/>
            <ac:grpSpMk id="7" creationId="{24FA93D1-7419-A99E-4A61-47D382E59C93}"/>
          </ac:grpSpMkLst>
        </pc:grpChg>
      </pc:sldChg>
      <pc:sldChg chg="del">
        <pc:chgData name="김현의" userId="cdc92b9d-c30e-4a55-86d2-6d0cf9507a66" providerId="ADAL" clId="{B4A9E4C7-0B39-4518-8286-B6B997BF31C0}" dt="2024-10-26T16:04:21.956" v="2269" actId="47"/>
        <pc:sldMkLst>
          <pc:docMk/>
          <pc:sldMk cId="2230826808" sldId="263"/>
        </pc:sldMkLst>
      </pc:sldChg>
      <pc:sldChg chg="del">
        <pc:chgData name="김현의" userId="cdc92b9d-c30e-4a55-86d2-6d0cf9507a66" providerId="ADAL" clId="{B4A9E4C7-0B39-4518-8286-B6B997BF31C0}" dt="2024-10-26T16:04:21.956" v="2269" actId="47"/>
        <pc:sldMkLst>
          <pc:docMk/>
          <pc:sldMk cId="335172407" sldId="265"/>
        </pc:sldMkLst>
      </pc:sldChg>
      <pc:sldChg chg="del">
        <pc:chgData name="김현의" userId="cdc92b9d-c30e-4a55-86d2-6d0cf9507a66" providerId="ADAL" clId="{B4A9E4C7-0B39-4518-8286-B6B997BF31C0}" dt="2024-10-26T16:04:21.956" v="2269" actId="47"/>
        <pc:sldMkLst>
          <pc:docMk/>
          <pc:sldMk cId="195266089" sldId="266"/>
        </pc:sldMkLst>
      </pc:sldChg>
      <pc:sldChg chg="addSp delSp modSp add mod ord setBg modNotesTx">
        <pc:chgData name="김현의" userId="cdc92b9d-c30e-4a55-86d2-6d0cf9507a66" providerId="ADAL" clId="{B4A9E4C7-0B39-4518-8286-B6B997BF31C0}" dt="2024-10-26T16:37:35.300" v="3948" actId="20577"/>
        <pc:sldMkLst>
          <pc:docMk/>
          <pc:sldMk cId="454328028" sldId="267"/>
        </pc:sldMkLst>
        <pc:spChg chg="add mod">
          <ac:chgData name="김현의" userId="cdc92b9d-c30e-4a55-86d2-6d0cf9507a66" providerId="ADAL" clId="{B4A9E4C7-0B39-4518-8286-B6B997BF31C0}" dt="2024-10-26T16:09:25.719" v="2339" actId="1076"/>
          <ac:spMkLst>
            <pc:docMk/>
            <pc:sldMk cId="454328028" sldId="267"/>
            <ac:spMk id="4" creationId="{D3DE0652-E7B6-7819-7A79-E7789EFCC35A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6" creationId="{FB94636F-1459-A5CA-E9C8-B2FEC3B1C03C}"/>
          </ac:spMkLst>
        </pc:spChg>
        <pc:spChg chg="add del mod">
          <ac:chgData name="김현의" userId="cdc92b9d-c30e-4a55-86d2-6d0cf9507a66" providerId="ADAL" clId="{B4A9E4C7-0B39-4518-8286-B6B997BF31C0}" dt="2024-10-26T15:56:00.930" v="1922" actId="478"/>
          <ac:spMkLst>
            <pc:docMk/>
            <pc:sldMk cId="454328028" sldId="267"/>
            <ac:spMk id="18" creationId="{708FD99A-416D-A558-0D1C-42A41943BE92}"/>
          </ac:spMkLst>
        </pc:spChg>
        <pc:spChg chg="add del mod ord">
          <ac:chgData name="김현의" userId="cdc92b9d-c30e-4a55-86d2-6d0cf9507a66" providerId="ADAL" clId="{B4A9E4C7-0B39-4518-8286-B6B997BF31C0}" dt="2024-10-26T16:09:40.884" v="2349" actId="478"/>
          <ac:spMkLst>
            <pc:docMk/>
            <pc:sldMk cId="454328028" sldId="267"/>
            <ac:spMk id="20" creationId="{43ABD79C-5ED7-F940-5765-831533787399}"/>
          </ac:spMkLst>
        </pc:spChg>
        <pc:spChg chg="add del mod">
          <ac:chgData name="김현의" userId="cdc92b9d-c30e-4a55-86d2-6d0cf9507a66" providerId="ADAL" clId="{B4A9E4C7-0B39-4518-8286-B6B997BF31C0}" dt="2024-10-26T16:09:31.963" v="2342" actId="478"/>
          <ac:spMkLst>
            <pc:docMk/>
            <pc:sldMk cId="454328028" sldId="267"/>
            <ac:spMk id="22" creationId="{2131B7A6-EA86-6F93-253C-38DB68CE0C10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35" creationId="{AFA59855-1560-5827-E306-F5FE4BC9FD56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38" creationId="{8C95D2C3-5F0E-F5A1-EEDD-B2A1AE4B68FB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39" creationId="{8649084B-9117-6FC7-4D07-27F700AB0471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42" creationId="{BF05F0AB-474F-7781-EEDA-46B69F7F53A3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46" creationId="{138232BD-4783-AC9B-D17F-58A4D80752CD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47" creationId="{E218C099-ADC5-322F-4043-6CE8477277E4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48" creationId="{5DDF184B-4862-48DF-6DA8-FE01A19A9812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49" creationId="{29E53535-AA19-593E-B4A4-13D85D714E25}"/>
          </ac:spMkLst>
        </pc:spChg>
        <pc:spChg chg="del">
          <ac:chgData name="김현의" userId="cdc92b9d-c30e-4a55-86d2-6d0cf9507a66" providerId="ADAL" clId="{B4A9E4C7-0B39-4518-8286-B6B997BF31C0}" dt="2024-10-26T15:43:10.733" v="1039" actId="478"/>
          <ac:spMkLst>
            <pc:docMk/>
            <pc:sldMk cId="454328028" sldId="267"/>
            <ac:spMk id="59" creationId="{DC5DD859-1426-2641-8A1D-7B7EAE006575}"/>
          </ac:spMkLst>
        </pc:spChg>
        <pc:grpChg chg="add del mod">
          <ac:chgData name="김현의" userId="cdc92b9d-c30e-4a55-86d2-6d0cf9507a66" providerId="ADAL" clId="{B4A9E4C7-0B39-4518-8286-B6B997BF31C0}" dt="2024-10-26T16:09:38.438" v="2347" actId="478"/>
          <ac:grpSpMkLst>
            <pc:docMk/>
            <pc:sldMk cId="454328028" sldId="267"/>
            <ac:grpSpMk id="13" creationId="{36425C64-523C-D914-B68F-9CCE7E4BA687}"/>
          </ac:grpSpMkLst>
        </pc:grpChg>
        <pc:grpChg chg="del">
          <ac:chgData name="김현의" userId="cdc92b9d-c30e-4a55-86d2-6d0cf9507a66" providerId="ADAL" clId="{B4A9E4C7-0B39-4518-8286-B6B997BF31C0}" dt="2024-10-26T15:43:10.733" v="1039" actId="478"/>
          <ac:grpSpMkLst>
            <pc:docMk/>
            <pc:sldMk cId="454328028" sldId="267"/>
            <ac:grpSpMk id="68" creationId="{61401F76-5BF6-4879-CDAD-1F1969DC45F8}"/>
          </ac:grpSpMkLst>
        </pc:grpChg>
        <pc:grpChg chg="del">
          <ac:chgData name="김현의" userId="cdc92b9d-c30e-4a55-86d2-6d0cf9507a66" providerId="ADAL" clId="{B4A9E4C7-0B39-4518-8286-B6B997BF31C0}" dt="2024-10-26T15:43:10.733" v="1039" actId="478"/>
          <ac:grpSpMkLst>
            <pc:docMk/>
            <pc:sldMk cId="454328028" sldId="267"/>
            <ac:grpSpMk id="73" creationId="{33B9D0BC-C734-E0CB-078C-87FC3645D557}"/>
          </ac:grpSpMkLst>
        </pc:grpChg>
        <pc:grpChg chg="del">
          <ac:chgData name="김현의" userId="cdc92b9d-c30e-4a55-86d2-6d0cf9507a66" providerId="ADAL" clId="{B4A9E4C7-0B39-4518-8286-B6B997BF31C0}" dt="2024-10-26T15:43:10.733" v="1039" actId="478"/>
          <ac:grpSpMkLst>
            <pc:docMk/>
            <pc:sldMk cId="454328028" sldId="267"/>
            <ac:grpSpMk id="74" creationId="{347E7B62-9A51-D391-2BF4-09DBB8AAECDC}"/>
          </ac:grpSpMkLst>
        </pc:grpChg>
        <pc:picChg chg="del">
          <ac:chgData name="김현의" userId="cdc92b9d-c30e-4a55-86d2-6d0cf9507a66" providerId="ADAL" clId="{B4A9E4C7-0B39-4518-8286-B6B997BF31C0}" dt="2024-10-26T15:43:10.733" v="1039" actId="478"/>
          <ac:picMkLst>
            <pc:docMk/>
            <pc:sldMk cId="454328028" sldId="267"/>
            <ac:picMk id="14" creationId="{BBE93C5B-93AB-5C82-CC27-68BB36151751}"/>
          </ac:picMkLst>
        </pc:picChg>
        <pc:picChg chg="del">
          <ac:chgData name="김현의" userId="cdc92b9d-c30e-4a55-86d2-6d0cf9507a66" providerId="ADAL" clId="{B4A9E4C7-0B39-4518-8286-B6B997BF31C0}" dt="2024-10-26T15:43:10.733" v="1039" actId="478"/>
          <ac:picMkLst>
            <pc:docMk/>
            <pc:sldMk cId="454328028" sldId="267"/>
            <ac:picMk id="17" creationId="{81E4B6D6-A6F9-3225-5301-C871D5ED1745}"/>
          </ac:picMkLst>
        </pc:picChg>
        <pc:picChg chg="del">
          <ac:chgData name="김현의" userId="cdc92b9d-c30e-4a55-86d2-6d0cf9507a66" providerId="ADAL" clId="{B4A9E4C7-0B39-4518-8286-B6B997BF31C0}" dt="2024-10-26T15:43:10.733" v="1039" actId="478"/>
          <ac:picMkLst>
            <pc:docMk/>
            <pc:sldMk cId="454328028" sldId="267"/>
            <ac:picMk id="19" creationId="{323644AD-CAD1-E72D-A5D9-49B658445207}"/>
          </ac:picMkLst>
        </pc:picChg>
        <pc:picChg chg="del">
          <ac:chgData name="김현의" userId="cdc92b9d-c30e-4a55-86d2-6d0cf9507a66" providerId="ADAL" clId="{B4A9E4C7-0B39-4518-8286-B6B997BF31C0}" dt="2024-10-26T15:43:10.733" v="1039" actId="478"/>
          <ac:picMkLst>
            <pc:docMk/>
            <pc:sldMk cId="454328028" sldId="267"/>
            <ac:picMk id="21" creationId="{AF189C2B-90B7-AEEF-5F8E-A838A697AD6D}"/>
          </ac:picMkLst>
        </pc:picChg>
        <pc:picChg chg="del">
          <ac:chgData name="김현의" userId="cdc92b9d-c30e-4a55-86d2-6d0cf9507a66" providerId="ADAL" clId="{B4A9E4C7-0B39-4518-8286-B6B997BF31C0}" dt="2024-10-26T15:43:10.733" v="1039" actId="478"/>
          <ac:picMkLst>
            <pc:docMk/>
            <pc:sldMk cId="454328028" sldId="267"/>
            <ac:picMk id="23" creationId="{FB1F510F-EA81-6856-CBE9-5C95433AD19C}"/>
          </ac:picMkLst>
        </pc:picChg>
        <pc:picChg chg="del">
          <ac:chgData name="김현의" userId="cdc92b9d-c30e-4a55-86d2-6d0cf9507a66" providerId="ADAL" clId="{B4A9E4C7-0B39-4518-8286-B6B997BF31C0}" dt="2024-10-26T15:43:10.733" v="1039" actId="478"/>
          <ac:picMkLst>
            <pc:docMk/>
            <pc:sldMk cId="454328028" sldId="267"/>
            <ac:picMk id="25" creationId="{63A7D5EB-D821-FC5C-5BD1-7CEF350AE433}"/>
          </ac:picMkLst>
        </pc:picChg>
        <pc:picChg chg="del">
          <ac:chgData name="김현의" userId="cdc92b9d-c30e-4a55-86d2-6d0cf9507a66" providerId="ADAL" clId="{B4A9E4C7-0B39-4518-8286-B6B997BF31C0}" dt="2024-10-26T15:43:10.733" v="1039" actId="478"/>
          <ac:picMkLst>
            <pc:docMk/>
            <pc:sldMk cId="454328028" sldId="267"/>
            <ac:picMk id="27" creationId="{B0588D5B-4751-D93E-0840-ED16BF4555CA}"/>
          </ac:picMkLst>
        </pc:picChg>
        <pc:picChg chg="del">
          <ac:chgData name="김현의" userId="cdc92b9d-c30e-4a55-86d2-6d0cf9507a66" providerId="ADAL" clId="{B4A9E4C7-0B39-4518-8286-B6B997BF31C0}" dt="2024-10-26T15:43:10.733" v="1039" actId="478"/>
          <ac:picMkLst>
            <pc:docMk/>
            <pc:sldMk cId="454328028" sldId="267"/>
            <ac:picMk id="29" creationId="{C2A745E2-5661-AB2C-EAD3-C9B4032BCD35}"/>
          </ac:picMkLst>
        </pc:picChg>
        <pc:picChg chg="add mod">
          <ac:chgData name="김현의" userId="cdc92b9d-c30e-4a55-86d2-6d0cf9507a66" providerId="ADAL" clId="{B4A9E4C7-0B39-4518-8286-B6B997BF31C0}" dt="2024-10-26T16:09:25.719" v="2339" actId="1076"/>
          <ac:picMkLst>
            <pc:docMk/>
            <pc:sldMk cId="454328028" sldId="267"/>
            <ac:picMk id="1026" creationId="{A1646909-B2A2-5FAA-FE8D-A3DDC958827E}"/>
          </ac:picMkLst>
        </pc:picChg>
        <pc:picChg chg="add mod">
          <ac:chgData name="김현의" userId="cdc92b9d-c30e-4a55-86d2-6d0cf9507a66" providerId="ADAL" clId="{B4A9E4C7-0B39-4518-8286-B6B997BF31C0}" dt="2024-10-26T16:13:38.980" v="2425" actId="1076"/>
          <ac:picMkLst>
            <pc:docMk/>
            <pc:sldMk cId="454328028" sldId="267"/>
            <ac:picMk id="1028" creationId="{EADD84B3-5915-9660-4373-CEBFED5B74B1}"/>
          </ac:picMkLst>
        </pc:picChg>
        <pc:picChg chg="add del mod">
          <ac:chgData name="김현의" userId="cdc92b9d-c30e-4a55-86d2-6d0cf9507a66" providerId="ADAL" clId="{B4A9E4C7-0B39-4518-8286-B6B997BF31C0}" dt="2024-10-26T16:13:06.149" v="2375" actId="478"/>
          <ac:picMkLst>
            <pc:docMk/>
            <pc:sldMk cId="454328028" sldId="267"/>
            <ac:picMk id="1030" creationId="{DBD7DC09-AE13-5445-6C69-A72A26B2F200}"/>
          </ac:picMkLst>
        </pc:picChg>
      </pc:sldChg>
      <pc:sldChg chg="addSp delSp modSp add mod ord setBg modNotesTx">
        <pc:chgData name="김현의" userId="cdc92b9d-c30e-4a55-86d2-6d0cf9507a66" providerId="ADAL" clId="{B4A9E4C7-0B39-4518-8286-B6B997BF31C0}" dt="2024-10-26T17:04:05.603" v="4802" actId="20577"/>
        <pc:sldMkLst>
          <pc:docMk/>
          <pc:sldMk cId="1048638658" sldId="268"/>
        </pc:sldMkLst>
        <pc:spChg chg="mod">
          <ac:chgData name="김현의" userId="cdc92b9d-c30e-4a55-86d2-6d0cf9507a66" providerId="ADAL" clId="{B4A9E4C7-0B39-4518-8286-B6B997BF31C0}" dt="2024-10-26T15:49:06.850" v="1164" actId="1076"/>
          <ac:spMkLst>
            <pc:docMk/>
            <pc:sldMk cId="1048638658" sldId="268"/>
            <ac:spMk id="4" creationId="{3EE59F70-294C-6EE6-3D48-6E35264D2A12}"/>
          </ac:spMkLst>
        </pc:spChg>
        <pc:spChg chg="add mod">
          <ac:chgData name="김현의" userId="cdc92b9d-c30e-4a55-86d2-6d0cf9507a66" providerId="ADAL" clId="{B4A9E4C7-0B39-4518-8286-B6B997BF31C0}" dt="2024-10-26T15:54:24.139" v="1743" actId="1076"/>
          <ac:spMkLst>
            <pc:docMk/>
            <pc:sldMk cId="1048638658" sldId="268"/>
            <ac:spMk id="17" creationId="{1AB3022C-D0F3-8730-BD94-5746790F6EBD}"/>
          </ac:spMkLst>
        </pc:spChg>
        <pc:spChg chg="del mod">
          <ac:chgData name="김현의" userId="cdc92b9d-c30e-4a55-86d2-6d0cf9507a66" providerId="ADAL" clId="{B4A9E4C7-0B39-4518-8286-B6B997BF31C0}" dt="2024-10-26T15:47:20.272" v="1151" actId="478"/>
          <ac:spMkLst>
            <pc:docMk/>
            <pc:sldMk cId="1048638658" sldId="268"/>
            <ac:spMk id="18" creationId="{5C6A1988-0374-5272-E9BC-412C8DC656FF}"/>
          </ac:spMkLst>
        </pc:spChg>
        <pc:spChg chg="add del mod">
          <ac:chgData name="김현의" userId="cdc92b9d-c30e-4a55-86d2-6d0cf9507a66" providerId="ADAL" clId="{B4A9E4C7-0B39-4518-8286-B6B997BF31C0}" dt="2024-10-26T15:52:03.088" v="1469" actId="478"/>
          <ac:spMkLst>
            <pc:docMk/>
            <pc:sldMk cId="1048638658" sldId="268"/>
            <ac:spMk id="20" creationId="{31CFEF30-567E-9BE9-9A03-42D59264EB07}"/>
          </ac:spMkLst>
        </pc:spChg>
        <pc:spChg chg="add mod">
          <ac:chgData name="김현의" userId="cdc92b9d-c30e-4a55-86d2-6d0cf9507a66" providerId="ADAL" clId="{B4A9E4C7-0B39-4518-8286-B6B997BF31C0}" dt="2024-10-26T16:48:58.856" v="4070" actId="1076"/>
          <ac:spMkLst>
            <pc:docMk/>
            <pc:sldMk cId="1048638658" sldId="268"/>
            <ac:spMk id="21" creationId="{4DE48415-F039-6099-91DE-7E23AA61FD2E}"/>
          </ac:spMkLst>
        </pc:spChg>
        <pc:grpChg chg="del mod">
          <ac:chgData name="김현의" userId="cdc92b9d-c30e-4a55-86d2-6d0cf9507a66" providerId="ADAL" clId="{B4A9E4C7-0B39-4518-8286-B6B997BF31C0}" dt="2024-10-26T15:50:46.720" v="1457" actId="478"/>
          <ac:grpSpMkLst>
            <pc:docMk/>
            <pc:sldMk cId="1048638658" sldId="268"/>
            <ac:grpSpMk id="13" creationId="{437CFE93-7F8D-1225-39B6-1E2BBFFCE0AC}"/>
          </ac:grpSpMkLst>
        </pc:grpChg>
        <pc:grpChg chg="add mod">
          <ac:chgData name="김현의" userId="cdc92b9d-c30e-4a55-86d2-6d0cf9507a66" providerId="ADAL" clId="{B4A9E4C7-0B39-4518-8286-B6B997BF31C0}" dt="2024-10-26T15:51:38.422" v="1464" actId="1076"/>
          <ac:grpSpMkLst>
            <pc:docMk/>
            <pc:sldMk cId="1048638658" sldId="268"/>
            <ac:grpSpMk id="19" creationId="{8AC0E7FB-858D-8CC7-9845-2A4232814C7D}"/>
          </ac:grpSpMkLst>
        </pc:grpChg>
        <pc:picChg chg="add mod modCrop">
          <ac:chgData name="김현의" userId="cdc92b9d-c30e-4a55-86d2-6d0cf9507a66" providerId="ADAL" clId="{B4A9E4C7-0B39-4518-8286-B6B997BF31C0}" dt="2024-10-26T15:50:38.816" v="1453" actId="1076"/>
          <ac:picMkLst>
            <pc:docMk/>
            <pc:sldMk cId="1048638658" sldId="268"/>
            <ac:picMk id="14" creationId="{11217988-706D-45B2-FFC9-05604A33B288}"/>
          </ac:picMkLst>
        </pc:picChg>
        <pc:picChg chg="mod">
          <ac:chgData name="김현의" userId="cdc92b9d-c30e-4a55-86d2-6d0cf9507a66" providerId="ADAL" clId="{B4A9E4C7-0B39-4518-8286-B6B997BF31C0}" dt="2024-10-26T15:49:06.850" v="1164" actId="1076"/>
          <ac:picMkLst>
            <pc:docMk/>
            <pc:sldMk cId="1048638658" sldId="268"/>
            <ac:picMk id="1026" creationId="{FB6152E3-EBD9-C018-BF90-052B366A8380}"/>
          </ac:picMkLst>
        </pc:picChg>
      </pc:sldChg>
      <pc:sldChg chg="addSp delSp modSp add mod setBg modNotesTx">
        <pc:chgData name="김현의" userId="cdc92b9d-c30e-4a55-86d2-6d0cf9507a66" providerId="ADAL" clId="{B4A9E4C7-0B39-4518-8286-B6B997BF31C0}" dt="2024-10-26T16:29:15.290" v="2985" actId="1076"/>
        <pc:sldMkLst>
          <pc:docMk/>
          <pc:sldMk cId="2280160766" sldId="269"/>
        </pc:sldMkLst>
        <pc:spChg chg="add mod">
          <ac:chgData name="김현의" userId="cdc92b9d-c30e-4a55-86d2-6d0cf9507a66" providerId="ADAL" clId="{B4A9E4C7-0B39-4518-8286-B6B997BF31C0}" dt="2024-10-26T16:03:08.323" v="2188" actId="14100"/>
          <ac:spMkLst>
            <pc:docMk/>
            <pc:sldMk cId="2280160766" sldId="269"/>
            <ac:spMk id="6" creationId="{5D08BFF1-9DD1-6916-FE6B-0DEA5BC42F14}"/>
          </ac:spMkLst>
        </pc:spChg>
        <pc:spChg chg="mod">
          <ac:chgData name="김현의" userId="cdc92b9d-c30e-4a55-86d2-6d0cf9507a66" providerId="ADAL" clId="{B4A9E4C7-0B39-4518-8286-B6B997BF31C0}" dt="2024-10-26T15:47:54.799" v="1157" actId="207"/>
          <ac:spMkLst>
            <pc:docMk/>
            <pc:sldMk cId="2280160766" sldId="269"/>
            <ac:spMk id="7" creationId="{E046E03B-8757-041C-6670-0CC9A8399B84}"/>
          </ac:spMkLst>
        </pc:spChg>
        <pc:spChg chg="mod">
          <ac:chgData name="김현의" userId="cdc92b9d-c30e-4a55-86d2-6d0cf9507a66" providerId="ADAL" clId="{B4A9E4C7-0B39-4518-8286-B6B997BF31C0}" dt="2024-10-26T15:47:35.695" v="1154" actId="207"/>
          <ac:spMkLst>
            <pc:docMk/>
            <pc:sldMk cId="2280160766" sldId="269"/>
            <ac:spMk id="8" creationId="{0CB58F61-5F76-12B4-7302-D5D4B1529D4B}"/>
          </ac:spMkLst>
        </pc:spChg>
        <pc:spChg chg="add mod">
          <ac:chgData name="김현의" userId="cdc92b9d-c30e-4a55-86d2-6d0cf9507a66" providerId="ADAL" clId="{B4A9E4C7-0B39-4518-8286-B6B997BF31C0}" dt="2024-10-26T16:03:08.323" v="2188" actId="14100"/>
          <ac:spMkLst>
            <pc:docMk/>
            <pc:sldMk cId="2280160766" sldId="269"/>
            <ac:spMk id="14" creationId="{D30CBCD3-022F-9D9B-6982-9A4125D5A334}"/>
          </ac:spMkLst>
        </pc:spChg>
        <pc:spChg chg="add mod">
          <ac:chgData name="김현의" userId="cdc92b9d-c30e-4a55-86d2-6d0cf9507a66" providerId="ADAL" clId="{B4A9E4C7-0B39-4518-8286-B6B997BF31C0}" dt="2024-10-26T16:03:08.323" v="2188" actId="14100"/>
          <ac:spMkLst>
            <pc:docMk/>
            <pc:sldMk cId="2280160766" sldId="269"/>
            <ac:spMk id="17" creationId="{921B3FD3-0270-E293-9FFE-3870A2281D80}"/>
          </ac:spMkLst>
        </pc:spChg>
        <pc:spChg chg="add mod">
          <ac:chgData name="김현의" userId="cdc92b9d-c30e-4a55-86d2-6d0cf9507a66" providerId="ADAL" clId="{B4A9E4C7-0B39-4518-8286-B6B997BF31C0}" dt="2024-10-26T16:29:08.779" v="2982" actId="1076"/>
          <ac:spMkLst>
            <pc:docMk/>
            <pc:sldMk cId="2280160766" sldId="269"/>
            <ac:spMk id="18" creationId="{059FEDEA-4438-6235-78B2-82DFAD3FAD05}"/>
          </ac:spMkLst>
        </pc:spChg>
        <pc:spChg chg="add mod">
          <ac:chgData name="김현의" userId="cdc92b9d-c30e-4a55-86d2-6d0cf9507a66" providerId="ADAL" clId="{B4A9E4C7-0B39-4518-8286-B6B997BF31C0}" dt="2024-10-26T16:29:04.314" v="2979" actId="1076"/>
          <ac:spMkLst>
            <pc:docMk/>
            <pc:sldMk cId="2280160766" sldId="269"/>
            <ac:spMk id="19" creationId="{A465BEC4-7EED-F0F3-4DE7-4B7BAA4FF114}"/>
          </ac:spMkLst>
        </pc:spChg>
        <pc:spChg chg="add mod">
          <ac:chgData name="김현의" userId="cdc92b9d-c30e-4a55-86d2-6d0cf9507a66" providerId="ADAL" clId="{B4A9E4C7-0B39-4518-8286-B6B997BF31C0}" dt="2024-10-26T16:29:15.290" v="2985" actId="1076"/>
          <ac:spMkLst>
            <pc:docMk/>
            <pc:sldMk cId="2280160766" sldId="269"/>
            <ac:spMk id="20" creationId="{6DC46115-700D-AF6D-35BB-5550D2CFDDF1}"/>
          </ac:spMkLst>
        </pc:spChg>
        <pc:spChg chg="add mod">
          <ac:chgData name="김현의" userId="cdc92b9d-c30e-4a55-86d2-6d0cf9507a66" providerId="ADAL" clId="{B4A9E4C7-0B39-4518-8286-B6B997BF31C0}" dt="2024-10-26T16:03:08.323" v="2188" actId="14100"/>
          <ac:spMkLst>
            <pc:docMk/>
            <pc:sldMk cId="2280160766" sldId="269"/>
            <ac:spMk id="21" creationId="{CF23DADC-EFA0-B597-793C-53B68F9D4A12}"/>
          </ac:spMkLst>
        </pc:spChg>
        <pc:spChg chg="add mod">
          <ac:chgData name="김현의" userId="cdc92b9d-c30e-4a55-86d2-6d0cf9507a66" providerId="ADAL" clId="{B4A9E4C7-0B39-4518-8286-B6B997BF31C0}" dt="2024-10-26T16:03:08.323" v="2188" actId="14100"/>
          <ac:spMkLst>
            <pc:docMk/>
            <pc:sldMk cId="2280160766" sldId="269"/>
            <ac:spMk id="22" creationId="{3DB27184-9089-8C26-5AD1-75C1072C2F40}"/>
          </ac:spMkLst>
        </pc:spChg>
        <pc:spChg chg="add mod">
          <ac:chgData name="김현의" userId="cdc92b9d-c30e-4a55-86d2-6d0cf9507a66" providerId="ADAL" clId="{B4A9E4C7-0B39-4518-8286-B6B997BF31C0}" dt="2024-10-26T16:03:08.323" v="2188" actId="14100"/>
          <ac:spMkLst>
            <pc:docMk/>
            <pc:sldMk cId="2280160766" sldId="269"/>
            <ac:spMk id="25" creationId="{CD55990F-53BD-F6C9-CF7D-7BB512CA4BAB}"/>
          </ac:spMkLst>
        </pc:spChg>
        <pc:spChg chg="add mod">
          <ac:chgData name="김현의" userId="cdc92b9d-c30e-4a55-86d2-6d0cf9507a66" providerId="ADAL" clId="{B4A9E4C7-0B39-4518-8286-B6B997BF31C0}" dt="2024-10-26T16:03:51.603" v="2268" actId="1076"/>
          <ac:spMkLst>
            <pc:docMk/>
            <pc:sldMk cId="2280160766" sldId="269"/>
            <ac:spMk id="26" creationId="{F78C6827-B599-FABE-73CE-8B8E59F2D4B5}"/>
          </ac:spMkLst>
        </pc:spChg>
        <pc:grpChg chg="del">
          <ac:chgData name="김현의" userId="cdc92b9d-c30e-4a55-86d2-6d0cf9507a66" providerId="ADAL" clId="{B4A9E4C7-0B39-4518-8286-B6B997BF31C0}" dt="2024-10-26T15:48:05.550" v="1158" actId="478"/>
          <ac:grpSpMkLst>
            <pc:docMk/>
            <pc:sldMk cId="2280160766" sldId="269"/>
            <ac:grpSpMk id="13" creationId="{95092278-FBAE-3267-DAFA-FB24B288D6D0}"/>
          </ac:grpSpMkLst>
        </pc:grpChg>
        <pc:picChg chg="add mod">
          <ac:chgData name="김현의" userId="cdc92b9d-c30e-4a55-86d2-6d0cf9507a66" providerId="ADAL" clId="{B4A9E4C7-0B39-4518-8286-B6B997BF31C0}" dt="2024-10-26T16:03:08.323" v="2188" actId="14100"/>
          <ac:picMkLst>
            <pc:docMk/>
            <pc:sldMk cId="2280160766" sldId="269"/>
            <ac:picMk id="24" creationId="{B1903791-A86B-341A-C9FC-9761CB8CDE10}"/>
          </ac:picMkLst>
        </pc:picChg>
        <pc:picChg chg="add mod">
          <ac:chgData name="김현의" userId="cdc92b9d-c30e-4a55-86d2-6d0cf9507a66" providerId="ADAL" clId="{B4A9E4C7-0B39-4518-8286-B6B997BF31C0}" dt="2024-10-26T16:03:08.323" v="2188" actId="14100"/>
          <ac:picMkLst>
            <pc:docMk/>
            <pc:sldMk cId="2280160766" sldId="269"/>
            <ac:picMk id="2050" creationId="{8B9F56E5-F15A-1CD6-F201-140230834512}"/>
          </ac:picMkLst>
        </pc:picChg>
        <pc:picChg chg="add del mod">
          <ac:chgData name="김현의" userId="cdc92b9d-c30e-4a55-86d2-6d0cf9507a66" providerId="ADAL" clId="{B4A9E4C7-0B39-4518-8286-B6B997BF31C0}" dt="2024-10-26T16:01:02.039" v="2127" actId="478"/>
          <ac:picMkLst>
            <pc:docMk/>
            <pc:sldMk cId="2280160766" sldId="269"/>
            <ac:picMk id="2052" creationId="{9A08BD74-2188-E976-D2B7-09F66E6E50D5}"/>
          </ac:picMkLst>
        </pc:picChg>
        <pc:picChg chg="add mod">
          <ac:chgData name="김현의" userId="cdc92b9d-c30e-4a55-86d2-6d0cf9507a66" providerId="ADAL" clId="{B4A9E4C7-0B39-4518-8286-B6B997BF31C0}" dt="2024-10-26T16:03:08.323" v="2188" actId="14100"/>
          <ac:picMkLst>
            <pc:docMk/>
            <pc:sldMk cId="2280160766" sldId="269"/>
            <ac:picMk id="2054" creationId="{E8EC4CD2-8C8C-E05B-9318-31587F66E31D}"/>
          </ac:picMkLst>
        </pc:picChg>
      </pc:sldChg>
      <pc:sldChg chg="addSp delSp modSp add mod setBg">
        <pc:chgData name="김현의" userId="cdc92b9d-c30e-4a55-86d2-6d0cf9507a66" providerId="ADAL" clId="{B4A9E4C7-0B39-4518-8286-B6B997BF31C0}" dt="2024-10-26T16:27:33.045" v="2975" actId="1076"/>
        <pc:sldMkLst>
          <pc:docMk/>
          <pc:sldMk cId="266806557" sldId="270"/>
        </pc:sldMkLst>
        <pc:spChg chg="add del mod">
          <ac:chgData name="김현의" userId="cdc92b9d-c30e-4a55-86d2-6d0cf9507a66" providerId="ADAL" clId="{B4A9E4C7-0B39-4518-8286-B6B997BF31C0}" dt="2024-10-26T16:11:09.502" v="2360" actId="478"/>
          <ac:spMkLst>
            <pc:docMk/>
            <pc:sldMk cId="266806557" sldId="270"/>
            <ac:spMk id="4" creationId="{03D166EB-7140-52AA-FBA1-B42E6F7A9A10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6" creationId="{DC9CDC6C-F7F1-B44E-B31C-A266186E2C5C}"/>
          </ac:spMkLst>
        </pc:spChg>
        <pc:spChg chg="mod">
          <ac:chgData name="김현의" userId="cdc92b9d-c30e-4a55-86d2-6d0cf9507a66" providerId="ADAL" clId="{B4A9E4C7-0B39-4518-8286-B6B997BF31C0}" dt="2024-10-26T16:05:41.976" v="2274" actId="207"/>
          <ac:spMkLst>
            <pc:docMk/>
            <pc:sldMk cId="266806557" sldId="270"/>
            <ac:spMk id="8" creationId="{88F0B541-AC9F-DDBE-7D57-07D1B22C6493}"/>
          </ac:spMkLst>
        </pc:spChg>
        <pc:spChg chg="mod">
          <ac:chgData name="김현의" userId="cdc92b9d-c30e-4a55-86d2-6d0cf9507a66" providerId="ADAL" clId="{B4A9E4C7-0B39-4518-8286-B6B997BF31C0}" dt="2024-10-26T16:05:45.568" v="2275" actId="207"/>
          <ac:spMkLst>
            <pc:docMk/>
            <pc:sldMk cId="266806557" sldId="270"/>
            <ac:spMk id="10" creationId="{BA0B26EF-255A-11E6-08C9-5DC74AA9989A}"/>
          </ac:spMkLst>
        </pc:spChg>
        <pc:spChg chg="add del mod">
          <ac:chgData name="김현의" userId="cdc92b9d-c30e-4a55-86d2-6d0cf9507a66" providerId="ADAL" clId="{B4A9E4C7-0B39-4518-8286-B6B997BF31C0}" dt="2024-10-26T16:11:17.454" v="2367" actId="478"/>
          <ac:spMkLst>
            <pc:docMk/>
            <pc:sldMk cId="266806557" sldId="270"/>
            <ac:spMk id="13" creationId="{11104F14-F2F2-5C81-AF02-1E21E07DEC53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14" creationId="{056054A6-4E0C-C019-0B06-4F17EF44FE78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17" creationId="{646F82C3-EB86-53A7-AFE2-FB848D619DC4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18" creationId="{6F6203D6-5192-5BFA-1317-14DEB2821161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19" creationId="{865EB8CC-8A79-BBC1-352C-6F229DADC997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20" creationId="{B5BDECE6-0435-4AA8-411C-65EEA69DE7EC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21" creationId="{9DA5ECFF-5D2D-B107-2145-9D9658E1A40C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22" creationId="{6A9DC9F5-5490-6702-8779-03D51BA372E2}"/>
          </ac:spMkLst>
        </pc:spChg>
        <pc:spChg chg="add del mod">
          <ac:chgData name="김현의" userId="cdc92b9d-c30e-4a55-86d2-6d0cf9507a66" providerId="ADAL" clId="{B4A9E4C7-0B39-4518-8286-B6B997BF31C0}" dt="2024-10-26T16:11:09.719" v="2361" actId="478"/>
          <ac:spMkLst>
            <pc:docMk/>
            <pc:sldMk cId="266806557" sldId="270"/>
            <ac:spMk id="23" creationId="{7DD8C2D2-95F4-704B-07EB-05DD5ADB81A8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25" creationId="{821C4B88-ECD2-61BF-A23E-5787A4664D7C}"/>
          </ac:spMkLst>
        </pc:spChg>
        <pc:spChg chg="del">
          <ac:chgData name="김현의" userId="cdc92b9d-c30e-4a55-86d2-6d0cf9507a66" providerId="ADAL" clId="{B4A9E4C7-0B39-4518-8286-B6B997BF31C0}" dt="2024-10-26T16:05:48.056" v="2276" actId="478"/>
          <ac:spMkLst>
            <pc:docMk/>
            <pc:sldMk cId="266806557" sldId="270"/>
            <ac:spMk id="26" creationId="{9D2AD381-7846-6618-0A1F-30D0C242CF55}"/>
          </ac:spMkLst>
        </pc:spChg>
        <pc:spChg chg="add del mod">
          <ac:chgData name="김현의" userId="cdc92b9d-c30e-4a55-86d2-6d0cf9507a66" providerId="ADAL" clId="{B4A9E4C7-0B39-4518-8286-B6B997BF31C0}" dt="2024-10-26T16:11:10.048" v="2362" actId="478"/>
          <ac:spMkLst>
            <pc:docMk/>
            <pc:sldMk cId="266806557" sldId="270"/>
            <ac:spMk id="27" creationId="{23C9CF25-041F-428D-C3B6-698CE0B28A7A}"/>
          </ac:spMkLst>
        </pc:spChg>
        <pc:spChg chg="add 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28" creationId="{E89DBCDF-2BC0-65C3-6EB6-35D62055601D}"/>
          </ac:spMkLst>
        </pc:spChg>
        <pc:spChg chg="add del mod">
          <ac:chgData name="김현의" userId="cdc92b9d-c30e-4a55-86d2-6d0cf9507a66" providerId="ADAL" clId="{B4A9E4C7-0B39-4518-8286-B6B997BF31C0}" dt="2024-10-26T16:18:15.797" v="2589" actId="478"/>
          <ac:spMkLst>
            <pc:docMk/>
            <pc:sldMk cId="266806557" sldId="270"/>
            <ac:spMk id="29" creationId="{D3484FDA-0EDE-B142-CA7F-04EC025484FE}"/>
          </ac:spMkLst>
        </pc:spChg>
        <pc:spChg chg="add del mod">
          <ac:chgData name="김현의" userId="cdc92b9d-c30e-4a55-86d2-6d0cf9507a66" providerId="ADAL" clId="{B4A9E4C7-0B39-4518-8286-B6B997BF31C0}" dt="2024-10-26T16:18:16.087" v="2590" actId="478"/>
          <ac:spMkLst>
            <pc:docMk/>
            <pc:sldMk cId="266806557" sldId="270"/>
            <ac:spMk id="30" creationId="{99C383C3-969D-9780-46F1-003DA40A06E8}"/>
          </ac:spMkLst>
        </pc:spChg>
        <pc:spChg chg="add del mod">
          <ac:chgData name="김현의" userId="cdc92b9d-c30e-4a55-86d2-6d0cf9507a66" providerId="ADAL" clId="{B4A9E4C7-0B39-4518-8286-B6B997BF31C0}" dt="2024-10-26T16:18:16.447" v="2591" actId="478"/>
          <ac:spMkLst>
            <pc:docMk/>
            <pc:sldMk cId="266806557" sldId="270"/>
            <ac:spMk id="31" creationId="{03636F35-9A5D-FBF5-7E96-54E6858D14A0}"/>
          </ac:spMkLst>
        </pc:spChg>
        <pc:spChg chg="add 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32" creationId="{8478EEED-6059-96A3-888B-34EF7821A361}"/>
          </ac:spMkLst>
        </pc:spChg>
        <pc:spChg chg="add 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33" creationId="{3A7B7248-3B6E-9ED1-ABDD-2DFE3F5CB820}"/>
          </ac:spMkLst>
        </pc:spChg>
        <pc:spChg chg="mod">
          <ac:chgData name="김현의" userId="cdc92b9d-c30e-4a55-86d2-6d0cf9507a66" providerId="ADAL" clId="{B4A9E4C7-0B39-4518-8286-B6B997BF31C0}" dt="2024-10-26T16:17:23.494" v="2557"/>
          <ac:spMkLst>
            <pc:docMk/>
            <pc:sldMk cId="266806557" sldId="270"/>
            <ac:spMk id="36" creationId="{B15350FB-9253-7C08-95D9-BB2738D8E9F2}"/>
          </ac:spMkLst>
        </pc:spChg>
        <pc:spChg chg="mod">
          <ac:chgData name="김현의" userId="cdc92b9d-c30e-4a55-86d2-6d0cf9507a66" providerId="ADAL" clId="{B4A9E4C7-0B39-4518-8286-B6B997BF31C0}" dt="2024-10-26T16:17:23.494" v="2557"/>
          <ac:spMkLst>
            <pc:docMk/>
            <pc:sldMk cId="266806557" sldId="270"/>
            <ac:spMk id="37" creationId="{05720FC8-59A8-AF02-4BED-D2894F306F1B}"/>
          </ac:spMkLst>
        </pc:spChg>
        <pc:spChg chg="mod">
          <ac:chgData name="김현의" userId="cdc92b9d-c30e-4a55-86d2-6d0cf9507a66" providerId="ADAL" clId="{B4A9E4C7-0B39-4518-8286-B6B997BF31C0}" dt="2024-10-26T16:17:23.494" v="2557"/>
          <ac:spMkLst>
            <pc:docMk/>
            <pc:sldMk cId="266806557" sldId="270"/>
            <ac:spMk id="38" creationId="{7DC61DD3-7AD5-26D1-56F2-1B43F4037DD1}"/>
          </ac:spMkLst>
        </pc:spChg>
        <pc:spChg chg="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41" creationId="{1FBF4ECA-3E94-319E-1E62-A5BE77AA2851}"/>
          </ac:spMkLst>
        </pc:spChg>
        <pc:spChg chg="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42" creationId="{F7E9D356-FDA1-1FC9-5ECB-15E64F1C24D8}"/>
          </ac:spMkLst>
        </pc:spChg>
        <pc:spChg chg="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43" creationId="{7383AF73-C6CA-82D0-C651-6CEF98F34A4D}"/>
          </ac:spMkLst>
        </pc:spChg>
        <pc:spChg chg="mod">
          <ac:chgData name="김현의" userId="cdc92b9d-c30e-4a55-86d2-6d0cf9507a66" providerId="ADAL" clId="{B4A9E4C7-0B39-4518-8286-B6B997BF31C0}" dt="2024-10-26T16:18:51.120" v="2722" actId="1076"/>
          <ac:spMkLst>
            <pc:docMk/>
            <pc:sldMk cId="266806557" sldId="270"/>
            <ac:spMk id="45" creationId="{8C48450A-024A-0CA6-FA26-2A6EDC2E87F2}"/>
          </ac:spMkLst>
        </pc:spChg>
        <pc:spChg chg="mod">
          <ac:chgData name="김현의" userId="cdc92b9d-c30e-4a55-86d2-6d0cf9507a66" providerId="ADAL" clId="{B4A9E4C7-0B39-4518-8286-B6B997BF31C0}" dt="2024-10-26T16:18:43.399" v="2663" actId="20577"/>
          <ac:spMkLst>
            <pc:docMk/>
            <pc:sldMk cId="266806557" sldId="270"/>
            <ac:spMk id="46" creationId="{F33F8919-EE81-BE40-1C60-7E8B5CDE19E1}"/>
          </ac:spMkLst>
        </pc:spChg>
        <pc:spChg chg="mod">
          <ac:chgData name="김현의" userId="cdc92b9d-c30e-4a55-86d2-6d0cf9507a66" providerId="ADAL" clId="{B4A9E4C7-0B39-4518-8286-B6B997BF31C0}" dt="2024-10-26T16:18:48.915" v="2720" actId="20577"/>
          <ac:spMkLst>
            <pc:docMk/>
            <pc:sldMk cId="266806557" sldId="270"/>
            <ac:spMk id="47" creationId="{3341D36B-46D7-AAA8-9F97-DFC5E4F56C45}"/>
          </ac:spMkLst>
        </pc:spChg>
        <pc:spChg chg="del mod">
          <ac:chgData name="김현의" userId="cdc92b9d-c30e-4a55-86d2-6d0cf9507a66" providerId="ADAL" clId="{B4A9E4C7-0B39-4518-8286-B6B997BF31C0}" dt="2024-10-26T16:19:53.264" v="2806" actId="478"/>
          <ac:spMkLst>
            <pc:docMk/>
            <pc:sldMk cId="266806557" sldId="270"/>
            <ac:spMk id="49" creationId="{1771BC7E-CFB4-6EB1-A388-B9C738DCF3A0}"/>
          </ac:spMkLst>
        </pc:spChg>
        <pc:spChg chg="del mod topLvl">
          <ac:chgData name="김현의" userId="cdc92b9d-c30e-4a55-86d2-6d0cf9507a66" providerId="ADAL" clId="{B4A9E4C7-0B39-4518-8286-B6B997BF31C0}" dt="2024-10-26T16:19:55.289" v="2807" actId="478"/>
          <ac:spMkLst>
            <pc:docMk/>
            <pc:sldMk cId="266806557" sldId="270"/>
            <ac:spMk id="50" creationId="{A63A8E18-603E-B7FF-AFAA-E53AD1E8048D}"/>
          </ac:spMkLst>
        </pc:spChg>
        <pc:spChg chg="del mod topLvl">
          <ac:chgData name="김현의" userId="cdc92b9d-c30e-4a55-86d2-6d0cf9507a66" providerId="ADAL" clId="{B4A9E4C7-0B39-4518-8286-B6B997BF31C0}" dt="2024-10-26T16:19:56.140" v="2808" actId="478"/>
          <ac:spMkLst>
            <pc:docMk/>
            <pc:sldMk cId="266806557" sldId="270"/>
            <ac:spMk id="51" creationId="{6171694E-8B3F-DB81-9212-4BF007FB839F}"/>
          </ac:spMkLst>
        </pc:spChg>
        <pc:spChg chg="mod">
          <ac:chgData name="김현의" userId="cdc92b9d-c30e-4a55-86d2-6d0cf9507a66" providerId="ADAL" clId="{B4A9E4C7-0B39-4518-8286-B6B997BF31C0}" dt="2024-10-26T16:19:57.198" v="2809"/>
          <ac:spMkLst>
            <pc:docMk/>
            <pc:sldMk cId="266806557" sldId="270"/>
            <ac:spMk id="53" creationId="{AF369613-40C3-6B95-FB99-4EBA37A9D50A}"/>
          </ac:spMkLst>
        </pc:spChg>
        <pc:spChg chg="mod">
          <ac:chgData name="김현의" userId="cdc92b9d-c30e-4a55-86d2-6d0cf9507a66" providerId="ADAL" clId="{B4A9E4C7-0B39-4518-8286-B6B997BF31C0}" dt="2024-10-26T16:20:03.871" v="2821" actId="20577"/>
          <ac:spMkLst>
            <pc:docMk/>
            <pc:sldMk cId="266806557" sldId="270"/>
            <ac:spMk id="54" creationId="{01DBE547-640D-A0B8-7B7E-7CE608360C5A}"/>
          </ac:spMkLst>
        </pc:spChg>
        <pc:spChg chg="mod">
          <ac:chgData name="김현의" userId="cdc92b9d-c30e-4a55-86d2-6d0cf9507a66" providerId="ADAL" clId="{B4A9E4C7-0B39-4518-8286-B6B997BF31C0}" dt="2024-10-26T16:19:57.198" v="2809"/>
          <ac:spMkLst>
            <pc:docMk/>
            <pc:sldMk cId="266806557" sldId="270"/>
            <ac:spMk id="55" creationId="{ED96A7B6-43B1-1ACB-451C-D7DA7A1F078F}"/>
          </ac:spMkLst>
        </pc:spChg>
        <pc:spChg chg="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60" creationId="{725DCD99-844D-A238-FEFD-4B2F63CEDE2C}"/>
          </ac:spMkLst>
        </pc:spChg>
        <pc:spChg chg="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61" creationId="{FA2F268F-CC87-DF80-44EC-0CA1E317E762}"/>
          </ac:spMkLst>
        </pc:spChg>
        <pc:spChg chg="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62" creationId="{C8D5D233-8D63-5D0C-E2AE-D09423025423}"/>
          </ac:spMkLst>
        </pc:spChg>
        <pc:spChg chg="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2048" creationId="{19333911-B071-47CE-6538-3AB8A5BCC092}"/>
          </ac:spMkLst>
        </pc:spChg>
        <pc:spChg chg="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2049" creationId="{8CA6F5A3-323C-3C8C-60A4-E653433D0DAD}"/>
          </ac:spMkLst>
        </pc:spChg>
        <pc:spChg chg="mod">
          <ac:chgData name="김현의" userId="cdc92b9d-c30e-4a55-86d2-6d0cf9507a66" providerId="ADAL" clId="{B4A9E4C7-0B39-4518-8286-B6B997BF31C0}" dt="2024-10-26T16:25:57.627" v="2952" actId="1076"/>
          <ac:spMkLst>
            <pc:docMk/>
            <pc:sldMk cId="266806557" sldId="270"/>
            <ac:spMk id="2051" creationId="{9331BB3C-2529-FA75-5EA2-97AF87947ACB}"/>
          </ac:spMkLst>
        </pc:spChg>
        <pc:spChg chg="mod topLvl">
          <ac:chgData name="김현의" userId="cdc92b9d-c30e-4a55-86d2-6d0cf9507a66" providerId="ADAL" clId="{B4A9E4C7-0B39-4518-8286-B6B997BF31C0}" dt="2024-10-26T16:27:33.045" v="2975" actId="1076"/>
          <ac:spMkLst>
            <pc:docMk/>
            <pc:sldMk cId="266806557" sldId="270"/>
            <ac:spMk id="2063" creationId="{4AA2EA53-B205-B635-8F19-DEBA7E47D74C}"/>
          </ac:spMkLst>
        </pc:spChg>
        <pc:spChg chg="del mod">
          <ac:chgData name="김현의" userId="cdc92b9d-c30e-4a55-86d2-6d0cf9507a66" providerId="ADAL" clId="{B4A9E4C7-0B39-4518-8286-B6B997BF31C0}" dt="2024-10-26T16:24:04.264" v="2934" actId="478"/>
          <ac:spMkLst>
            <pc:docMk/>
            <pc:sldMk cId="266806557" sldId="270"/>
            <ac:spMk id="2064" creationId="{F85D41E4-A78D-F926-4CC8-5B4552232074}"/>
          </ac:spMkLst>
        </pc:spChg>
        <pc:spChg chg="del mod topLvl">
          <ac:chgData name="김현의" userId="cdc92b9d-c30e-4a55-86d2-6d0cf9507a66" providerId="ADAL" clId="{B4A9E4C7-0B39-4518-8286-B6B997BF31C0}" dt="2024-10-26T16:24:05.115" v="2935" actId="478"/>
          <ac:spMkLst>
            <pc:docMk/>
            <pc:sldMk cId="266806557" sldId="270"/>
            <ac:spMk id="2065" creationId="{8109446C-55E8-1E04-5C23-65C1BAFA5543}"/>
          </ac:spMkLst>
        </pc:spChg>
        <pc:spChg chg="add mod">
          <ac:chgData name="김현의" userId="cdc92b9d-c30e-4a55-86d2-6d0cf9507a66" providerId="ADAL" clId="{B4A9E4C7-0B39-4518-8286-B6B997BF31C0}" dt="2024-10-26T16:25:42.464" v="2947" actId="571"/>
          <ac:spMkLst>
            <pc:docMk/>
            <pc:sldMk cId="266806557" sldId="270"/>
            <ac:spMk id="2066" creationId="{D3BC5A6B-64B1-6EF3-CC0C-6CF10F5E870C}"/>
          </ac:spMkLst>
        </pc:spChg>
        <pc:spChg chg="add mod">
          <ac:chgData name="김현의" userId="cdc92b9d-c30e-4a55-86d2-6d0cf9507a66" providerId="ADAL" clId="{B4A9E4C7-0B39-4518-8286-B6B997BF31C0}" dt="2024-10-26T16:27:29.487" v="2974" actId="1076"/>
          <ac:spMkLst>
            <pc:docMk/>
            <pc:sldMk cId="266806557" sldId="270"/>
            <ac:spMk id="2068" creationId="{B4DDC1A6-4FFF-88A6-5D7C-9763002E946E}"/>
          </ac:spMkLst>
        </pc:spChg>
        <pc:grpChg chg="add mod">
          <ac:chgData name="김현의" userId="cdc92b9d-c30e-4a55-86d2-6d0cf9507a66" providerId="ADAL" clId="{B4A9E4C7-0B39-4518-8286-B6B997BF31C0}" dt="2024-10-26T16:17:31.869" v="2567" actId="164"/>
          <ac:grpSpMkLst>
            <pc:docMk/>
            <pc:sldMk cId="266806557" sldId="270"/>
            <ac:grpSpMk id="34" creationId="{0F54849D-D3FF-6569-9056-7AE70BD20B59}"/>
          </ac:grpSpMkLst>
        </pc:grpChg>
        <pc:grpChg chg="add mod">
          <ac:chgData name="김현의" userId="cdc92b9d-c30e-4a55-86d2-6d0cf9507a66" providerId="ADAL" clId="{B4A9E4C7-0B39-4518-8286-B6B997BF31C0}" dt="2024-10-26T16:17:27.599" v="2561" actId="1076"/>
          <ac:grpSpMkLst>
            <pc:docMk/>
            <pc:sldMk cId="266806557" sldId="270"/>
            <ac:grpSpMk id="35" creationId="{D8A8135D-4412-C03A-F51B-D1A2094C5913}"/>
          </ac:grpSpMkLst>
        </pc:grpChg>
        <pc:grpChg chg="add mod">
          <ac:chgData name="김현의" userId="cdc92b9d-c30e-4a55-86d2-6d0cf9507a66" providerId="ADAL" clId="{B4A9E4C7-0B39-4518-8286-B6B997BF31C0}" dt="2024-10-26T16:25:57.627" v="2952" actId="1076"/>
          <ac:grpSpMkLst>
            <pc:docMk/>
            <pc:sldMk cId="266806557" sldId="270"/>
            <ac:grpSpMk id="39" creationId="{3A4C882E-E6B3-A242-A32A-82044305D800}"/>
          </ac:grpSpMkLst>
        </pc:grpChg>
        <pc:grpChg chg="add mod">
          <ac:chgData name="김현의" userId="cdc92b9d-c30e-4a55-86d2-6d0cf9507a66" providerId="ADAL" clId="{B4A9E4C7-0B39-4518-8286-B6B997BF31C0}" dt="2024-10-26T16:25:57.627" v="2952" actId="1076"/>
          <ac:grpSpMkLst>
            <pc:docMk/>
            <pc:sldMk cId="266806557" sldId="270"/>
            <ac:grpSpMk id="40" creationId="{5ED3FC91-3AED-BCBB-CE50-5E643CC52E61}"/>
          </ac:grpSpMkLst>
        </pc:grpChg>
        <pc:grpChg chg="add del mod">
          <ac:chgData name="김현의" userId="cdc92b9d-c30e-4a55-86d2-6d0cf9507a66" providerId="ADAL" clId="{B4A9E4C7-0B39-4518-8286-B6B997BF31C0}" dt="2024-10-26T16:21:56.870" v="2871" actId="478"/>
          <ac:grpSpMkLst>
            <pc:docMk/>
            <pc:sldMk cId="266806557" sldId="270"/>
            <ac:grpSpMk id="44" creationId="{8BDFADA7-C89D-79B3-4CE5-8978B3298C33}"/>
          </ac:grpSpMkLst>
        </pc:grpChg>
        <pc:grpChg chg="add del mod">
          <ac:chgData name="김현의" userId="cdc92b9d-c30e-4a55-86d2-6d0cf9507a66" providerId="ADAL" clId="{B4A9E4C7-0B39-4518-8286-B6B997BF31C0}" dt="2024-10-26T16:19:55.289" v="2807" actId="478"/>
          <ac:grpSpMkLst>
            <pc:docMk/>
            <pc:sldMk cId="266806557" sldId="270"/>
            <ac:grpSpMk id="48" creationId="{963FCDC0-2108-30B4-0EBA-CC9930954E24}"/>
          </ac:grpSpMkLst>
        </pc:grpChg>
        <pc:grpChg chg="add del mod">
          <ac:chgData name="김현의" userId="cdc92b9d-c30e-4a55-86d2-6d0cf9507a66" providerId="ADAL" clId="{B4A9E4C7-0B39-4518-8286-B6B997BF31C0}" dt="2024-10-26T16:21:30.720" v="2850" actId="478"/>
          <ac:grpSpMkLst>
            <pc:docMk/>
            <pc:sldMk cId="266806557" sldId="270"/>
            <ac:grpSpMk id="52" creationId="{346BC039-22E5-E4DA-B5EB-DBB1BD0DF7B2}"/>
          </ac:grpSpMkLst>
        </pc:grpChg>
        <pc:grpChg chg="add mod">
          <ac:chgData name="김현의" userId="cdc92b9d-c30e-4a55-86d2-6d0cf9507a66" providerId="ADAL" clId="{B4A9E4C7-0B39-4518-8286-B6B997BF31C0}" dt="2024-10-26T16:25:57.627" v="2952" actId="1076"/>
          <ac:grpSpMkLst>
            <pc:docMk/>
            <pc:sldMk cId="266806557" sldId="270"/>
            <ac:grpSpMk id="59" creationId="{D085542B-FF76-99C9-78C5-C323CD38F152}"/>
          </ac:grpSpMkLst>
        </pc:grpChg>
        <pc:grpChg chg="add mod">
          <ac:chgData name="김현의" userId="cdc92b9d-c30e-4a55-86d2-6d0cf9507a66" providerId="ADAL" clId="{B4A9E4C7-0B39-4518-8286-B6B997BF31C0}" dt="2024-10-26T16:25:57.627" v="2952" actId="1076"/>
          <ac:grpSpMkLst>
            <pc:docMk/>
            <pc:sldMk cId="266806557" sldId="270"/>
            <ac:grpSpMk id="63" creationId="{F3D95400-04A4-EDD4-6658-AB08E243505D}"/>
          </ac:grpSpMkLst>
        </pc:grpChg>
        <pc:grpChg chg="add del mod">
          <ac:chgData name="김현의" userId="cdc92b9d-c30e-4a55-86d2-6d0cf9507a66" providerId="ADAL" clId="{B4A9E4C7-0B39-4518-8286-B6B997BF31C0}" dt="2024-10-26T16:24:05.115" v="2935" actId="478"/>
          <ac:grpSpMkLst>
            <pc:docMk/>
            <pc:sldMk cId="266806557" sldId="270"/>
            <ac:grpSpMk id="2062" creationId="{407904CA-6245-F853-64FE-DC67652362BA}"/>
          </ac:grpSpMkLst>
        </pc:grpChg>
        <pc:grpChg chg="add mod">
          <ac:chgData name="김현의" userId="cdc92b9d-c30e-4a55-86d2-6d0cf9507a66" providerId="ADAL" clId="{B4A9E4C7-0B39-4518-8286-B6B997BF31C0}" dt="2024-10-26T16:27:33.045" v="2975" actId="1076"/>
          <ac:grpSpMkLst>
            <pc:docMk/>
            <pc:sldMk cId="266806557" sldId="270"/>
            <ac:grpSpMk id="2067" creationId="{F6841577-256E-2721-3992-F56762274D0F}"/>
          </ac:grpSpMkLst>
        </pc:grpChg>
        <pc:picChg chg="del">
          <ac:chgData name="김현의" userId="cdc92b9d-c30e-4a55-86d2-6d0cf9507a66" providerId="ADAL" clId="{B4A9E4C7-0B39-4518-8286-B6B997BF31C0}" dt="2024-10-26T16:05:48.056" v="2276" actId="478"/>
          <ac:picMkLst>
            <pc:docMk/>
            <pc:sldMk cId="266806557" sldId="270"/>
            <ac:picMk id="24" creationId="{EFA719A9-84BA-0F2F-E13B-8AA81BDA2998}"/>
          </ac:picMkLst>
        </pc:picChg>
        <pc:picChg chg="del">
          <ac:chgData name="김현의" userId="cdc92b9d-c30e-4a55-86d2-6d0cf9507a66" providerId="ADAL" clId="{B4A9E4C7-0B39-4518-8286-B6B997BF31C0}" dt="2024-10-26T16:05:48.056" v="2276" actId="478"/>
          <ac:picMkLst>
            <pc:docMk/>
            <pc:sldMk cId="266806557" sldId="270"/>
            <ac:picMk id="2050" creationId="{6AF2E038-8A85-1AC6-0B5B-D9F63A656909}"/>
          </ac:picMkLst>
        </pc:picChg>
        <pc:picChg chg="del">
          <ac:chgData name="김현의" userId="cdc92b9d-c30e-4a55-86d2-6d0cf9507a66" providerId="ADAL" clId="{B4A9E4C7-0B39-4518-8286-B6B997BF31C0}" dt="2024-10-26T16:05:48.056" v="2276" actId="478"/>
          <ac:picMkLst>
            <pc:docMk/>
            <pc:sldMk cId="266806557" sldId="270"/>
            <ac:picMk id="2054" creationId="{1631A8B4-4700-2519-1C54-C4915198B703}"/>
          </ac:picMkLst>
        </pc:picChg>
        <pc:picChg chg="add mod">
          <ac:chgData name="김현의" userId="cdc92b9d-c30e-4a55-86d2-6d0cf9507a66" providerId="ADAL" clId="{B4A9E4C7-0B39-4518-8286-B6B997BF31C0}" dt="2024-10-26T16:27:33.045" v="2975" actId="1076"/>
          <ac:picMkLst>
            <pc:docMk/>
            <pc:sldMk cId="266806557" sldId="270"/>
            <ac:picMk id="2061" creationId="{7E9BA7C8-6C5E-639D-3BBB-523664AD587D}"/>
          </ac:picMkLst>
        </pc:picChg>
        <pc:cxnChg chg="add del mod">
          <ac:chgData name="김현의" userId="cdc92b9d-c30e-4a55-86d2-6d0cf9507a66" providerId="ADAL" clId="{B4A9E4C7-0B39-4518-8286-B6B997BF31C0}" dt="2024-10-26T16:21:27.116" v="2847" actId="478"/>
          <ac:cxnSpMkLst>
            <pc:docMk/>
            <pc:sldMk cId="266806557" sldId="270"/>
            <ac:cxnSpMk id="57" creationId="{FF481E87-A811-AB3F-D5EA-754771B987D9}"/>
          </ac:cxnSpMkLst>
        </pc:cxnChg>
        <pc:cxnChg chg="add del mod">
          <ac:chgData name="김현의" userId="cdc92b9d-c30e-4a55-86d2-6d0cf9507a66" providerId="ADAL" clId="{B4A9E4C7-0B39-4518-8286-B6B997BF31C0}" dt="2024-10-26T16:21:39.292" v="2865" actId="478"/>
          <ac:cxnSpMkLst>
            <pc:docMk/>
            <pc:sldMk cId="266806557" sldId="270"/>
            <ac:cxnSpMk id="58" creationId="{BA57EE2F-2D91-42FD-2FEE-B72FDC4819AF}"/>
          </ac:cxnSpMkLst>
        </pc:cxnChg>
        <pc:cxnChg chg="add mod">
          <ac:chgData name="김현의" userId="cdc92b9d-c30e-4a55-86d2-6d0cf9507a66" providerId="ADAL" clId="{B4A9E4C7-0B39-4518-8286-B6B997BF31C0}" dt="2024-10-26T16:25:57.627" v="2952" actId="1076"/>
          <ac:cxnSpMkLst>
            <pc:docMk/>
            <pc:sldMk cId="266806557" sldId="270"/>
            <ac:cxnSpMk id="2053" creationId="{2D06D48F-2D04-C52B-78C1-975C8659908C}"/>
          </ac:cxnSpMkLst>
        </pc:cxnChg>
        <pc:cxnChg chg="add mod">
          <ac:chgData name="김현의" userId="cdc92b9d-c30e-4a55-86d2-6d0cf9507a66" providerId="ADAL" clId="{B4A9E4C7-0B39-4518-8286-B6B997BF31C0}" dt="2024-10-26T16:25:57.627" v="2952" actId="1076"/>
          <ac:cxnSpMkLst>
            <pc:docMk/>
            <pc:sldMk cId="266806557" sldId="270"/>
            <ac:cxnSpMk id="2057" creationId="{BFB9A8CB-8066-8243-A547-80EA1D3ECAA0}"/>
          </ac:cxnSpMkLst>
        </pc:cxnChg>
        <pc:cxnChg chg="add mod">
          <ac:chgData name="김현의" userId="cdc92b9d-c30e-4a55-86d2-6d0cf9507a66" providerId="ADAL" clId="{B4A9E4C7-0B39-4518-8286-B6B997BF31C0}" dt="2024-10-26T16:25:57.627" v="2952" actId="1076"/>
          <ac:cxnSpMkLst>
            <pc:docMk/>
            <pc:sldMk cId="266806557" sldId="270"/>
            <ac:cxnSpMk id="2058" creationId="{3ECE48C5-A9E1-ACAD-0C9F-0EB1845AF186}"/>
          </ac:cxnSpMkLst>
        </pc:cxnChg>
      </pc:sldChg>
      <pc:sldChg chg="add del setBg">
        <pc:chgData name="김현의" userId="cdc92b9d-c30e-4a55-86d2-6d0cf9507a66" providerId="ADAL" clId="{B4A9E4C7-0B39-4518-8286-B6B997BF31C0}" dt="2024-10-26T15:48:41.530" v="1160"/>
        <pc:sldMkLst>
          <pc:docMk/>
          <pc:sldMk cId="4005389969" sldId="270"/>
        </pc:sldMkLst>
      </pc:sldChg>
      <pc:sldChg chg="addSp delSp modSp add mod ord setBg">
        <pc:chgData name="김현의" userId="cdc92b9d-c30e-4a55-86d2-6d0cf9507a66" providerId="ADAL" clId="{B4A9E4C7-0B39-4518-8286-B6B997BF31C0}" dt="2024-10-26T18:08:46.018" v="6709" actId="1076"/>
        <pc:sldMkLst>
          <pc:docMk/>
          <pc:sldMk cId="2905743540" sldId="271"/>
        </pc:sldMkLst>
        <pc:spChg chg="del">
          <ac:chgData name="김현의" userId="cdc92b9d-c30e-4a55-86d2-6d0cf9507a66" providerId="ADAL" clId="{B4A9E4C7-0B39-4518-8286-B6B997BF31C0}" dt="2024-10-26T16:08:32.458" v="2324" actId="478"/>
          <ac:spMkLst>
            <pc:docMk/>
            <pc:sldMk cId="2905743540" sldId="271"/>
            <ac:spMk id="4" creationId="{AF01719D-4B29-32B2-6D86-275AD0BDF004}"/>
          </ac:spMkLst>
        </pc:spChg>
        <pc:spChg chg="add mod">
          <ac:chgData name="김현의" userId="cdc92b9d-c30e-4a55-86d2-6d0cf9507a66" providerId="ADAL" clId="{B4A9E4C7-0B39-4518-8286-B6B997BF31C0}" dt="2024-10-26T16:37:02.030" v="3930" actId="207"/>
          <ac:spMkLst>
            <pc:docMk/>
            <pc:sldMk cId="2905743540" sldId="271"/>
            <ac:spMk id="6" creationId="{5FA7CAF0-E23D-ED08-F51C-CB526F590589}"/>
          </ac:spMkLst>
        </pc:spChg>
        <pc:spChg chg="mod">
          <ac:chgData name="김현의" userId="cdc92b9d-c30e-4a55-86d2-6d0cf9507a66" providerId="ADAL" clId="{B4A9E4C7-0B39-4518-8286-B6B997BF31C0}" dt="2024-10-26T16:08:29.032" v="2322" actId="20577"/>
          <ac:spMkLst>
            <pc:docMk/>
            <pc:sldMk cId="2905743540" sldId="271"/>
            <ac:spMk id="10" creationId="{BB669EA1-D41A-4F67-1C58-0E8E9FBA3CED}"/>
          </ac:spMkLst>
        </pc:spChg>
        <pc:spChg chg="del">
          <ac:chgData name="김현의" userId="cdc92b9d-c30e-4a55-86d2-6d0cf9507a66" providerId="ADAL" clId="{B4A9E4C7-0B39-4518-8286-B6B997BF31C0}" dt="2024-10-26T16:08:33.175" v="2328" actId="478"/>
          <ac:spMkLst>
            <pc:docMk/>
            <pc:sldMk cId="2905743540" sldId="271"/>
            <ac:spMk id="13" creationId="{92098DC7-93C1-BE97-D188-E214837EC18E}"/>
          </ac:spMkLst>
        </pc:spChg>
        <pc:spChg chg="add del mod">
          <ac:chgData name="김현의" userId="cdc92b9d-c30e-4a55-86d2-6d0cf9507a66" providerId="ADAL" clId="{B4A9E4C7-0B39-4518-8286-B6B997BF31C0}" dt="2024-10-26T16:38:43.717" v="3951" actId="478"/>
          <ac:spMkLst>
            <pc:docMk/>
            <pc:sldMk cId="2905743540" sldId="271"/>
            <ac:spMk id="14" creationId="{F53EEF51-6E0E-1703-476D-2B0571DBEC37}"/>
          </ac:spMkLst>
        </pc:spChg>
        <pc:spChg chg="mod">
          <ac:chgData name="김현의" userId="cdc92b9d-c30e-4a55-86d2-6d0cf9507a66" providerId="ADAL" clId="{B4A9E4C7-0B39-4518-8286-B6B997BF31C0}" dt="2024-10-26T16:08:31.377" v="2323" actId="207"/>
          <ac:spMkLst>
            <pc:docMk/>
            <pc:sldMk cId="2905743540" sldId="271"/>
            <ac:spMk id="16" creationId="{BDAE0A75-B836-00A7-536B-04EBDBB856EB}"/>
          </ac:spMkLst>
        </pc:spChg>
        <pc:spChg chg="add del mod">
          <ac:chgData name="김현의" userId="cdc92b9d-c30e-4a55-86d2-6d0cf9507a66" providerId="ADAL" clId="{B4A9E4C7-0B39-4518-8286-B6B997BF31C0}" dt="2024-10-26T16:39:19.113" v="3976"/>
          <ac:spMkLst>
            <pc:docMk/>
            <pc:sldMk cId="2905743540" sldId="271"/>
            <ac:spMk id="17" creationId="{D7E2E6C3-4468-C06E-3FF3-AB588FF40D75}"/>
          </ac:spMkLst>
        </pc:spChg>
        <pc:spChg chg="add del mod">
          <ac:chgData name="김현의" userId="cdc92b9d-c30e-4a55-86d2-6d0cf9507a66" providerId="ADAL" clId="{B4A9E4C7-0B39-4518-8286-B6B997BF31C0}" dt="2024-10-26T17:15:42.383" v="5072" actId="478"/>
          <ac:spMkLst>
            <pc:docMk/>
            <pc:sldMk cId="2905743540" sldId="271"/>
            <ac:spMk id="18" creationId="{1C94E531-3902-5E37-7EEB-547FE99D7078}"/>
          </ac:spMkLst>
        </pc:spChg>
        <pc:spChg chg="add del mod">
          <ac:chgData name="김현의" userId="cdc92b9d-c30e-4a55-86d2-6d0cf9507a66" providerId="ADAL" clId="{B4A9E4C7-0B39-4518-8286-B6B997BF31C0}" dt="2024-10-26T18:03:34.366" v="6591" actId="478"/>
          <ac:spMkLst>
            <pc:docMk/>
            <pc:sldMk cId="2905743540" sldId="271"/>
            <ac:spMk id="19" creationId="{CD5676BC-017B-FAAB-AED5-FAD190604280}"/>
          </ac:spMkLst>
        </pc:spChg>
        <pc:spChg chg="add del mod">
          <ac:chgData name="김현의" userId="cdc92b9d-c30e-4a55-86d2-6d0cf9507a66" providerId="ADAL" clId="{B4A9E4C7-0B39-4518-8286-B6B997BF31C0}" dt="2024-10-26T17:15:42.383" v="5072" actId="478"/>
          <ac:spMkLst>
            <pc:docMk/>
            <pc:sldMk cId="2905743540" sldId="271"/>
            <ac:spMk id="20" creationId="{2C5A5122-B348-2198-8DBD-002F7BE0B2FE}"/>
          </ac:spMkLst>
        </pc:spChg>
        <pc:spChg chg="add del mod">
          <ac:chgData name="김현의" userId="cdc92b9d-c30e-4a55-86d2-6d0cf9507a66" providerId="ADAL" clId="{B4A9E4C7-0B39-4518-8286-B6B997BF31C0}" dt="2024-10-26T17:15:42.383" v="5072" actId="478"/>
          <ac:spMkLst>
            <pc:docMk/>
            <pc:sldMk cId="2905743540" sldId="271"/>
            <ac:spMk id="21" creationId="{35315CE7-2884-4C1B-C765-C63740EB00CB}"/>
          </ac:spMkLst>
        </pc:spChg>
        <pc:spChg chg="add del mod">
          <ac:chgData name="김현의" userId="cdc92b9d-c30e-4a55-86d2-6d0cf9507a66" providerId="ADAL" clId="{B4A9E4C7-0B39-4518-8286-B6B997BF31C0}" dt="2024-10-26T17:15:42.383" v="5072" actId="478"/>
          <ac:spMkLst>
            <pc:docMk/>
            <pc:sldMk cId="2905743540" sldId="271"/>
            <ac:spMk id="22" creationId="{2C89A7EA-39DE-FA7D-68EA-35268DA4C2D6}"/>
          </ac:spMkLst>
        </pc:spChg>
        <pc:spChg chg="del mod">
          <ac:chgData name="김현의" userId="cdc92b9d-c30e-4a55-86d2-6d0cf9507a66" providerId="ADAL" clId="{B4A9E4C7-0B39-4518-8286-B6B997BF31C0}" dt="2024-10-26T16:08:32.660" v="2326" actId="478"/>
          <ac:spMkLst>
            <pc:docMk/>
            <pc:sldMk cId="2905743540" sldId="271"/>
            <ac:spMk id="23" creationId="{7D56D64B-5F69-A624-A5B5-FE0D311118F1}"/>
          </ac:spMkLst>
        </pc:spChg>
        <pc:spChg chg="add del mod">
          <ac:chgData name="김현의" userId="cdc92b9d-c30e-4a55-86d2-6d0cf9507a66" providerId="ADAL" clId="{B4A9E4C7-0B39-4518-8286-B6B997BF31C0}" dt="2024-10-26T18:03:34.366" v="6591" actId="478"/>
          <ac:spMkLst>
            <pc:docMk/>
            <pc:sldMk cId="2905743540" sldId="271"/>
            <ac:spMk id="24" creationId="{FA2E53CD-6297-E386-2241-674B86034B04}"/>
          </ac:spMkLst>
        </pc:spChg>
        <pc:spChg chg="add del mod">
          <ac:chgData name="김현의" userId="cdc92b9d-c30e-4a55-86d2-6d0cf9507a66" providerId="ADAL" clId="{B4A9E4C7-0B39-4518-8286-B6B997BF31C0}" dt="2024-10-26T17:15:42.383" v="5072" actId="478"/>
          <ac:spMkLst>
            <pc:docMk/>
            <pc:sldMk cId="2905743540" sldId="271"/>
            <ac:spMk id="25" creationId="{9AC4E667-9EE9-0FD5-7E69-D7F9D3BE68B5}"/>
          </ac:spMkLst>
        </pc:spChg>
        <pc:spChg chg="add del mod">
          <ac:chgData name="김현의" userId="cdc92b9d-c30e-4a55-86d2-6d0cf9507a66" providerId="ADAL" clId="{B4A9E4C7-0B39-4518-8286-B6B997BF31C0}" dt="2024-10-26T17:15:42.383" v="5072" actId="478"/>
          <ac:spMkLst>
            <pc:docMk/>
            <pc:sldMk cId="2905743540" sldId="271"/>
            <ac:spMk id="26" creationId="{A5ABB156-BBAF-003C-647B-F9859C2935EA}"/>
          </ac:spMkLst>
        </pc:spChg>
        <pc:spChg chg="del">
          <ac:chgData name="김현의" userId="cdc92b9d-c30e-4a55-86d2-6d0cf9507a66" providerId="ADAL" clId="{B4A9E4C7-0B39-4518-8286-B6B997BF31C0}" dt="2024-10-26T16:08:32.940" v="2327" actId="478"/>
          <ac:spMkLst>
            <pc:docMk/>
            <pc:sldMk cId="2905743540" sldId="271"/>
            <ac:spMk id="27" creationId="{CBBC2C05-36B8-BC43-0C4F-A5184B97727B}"/>
          </ac:spMkLst>
        </pc:spChg>
        <pc:spChg chg="add del mod">
          <ac:chgData name="김현의" userId="cdc92b9d-c30e-4a55-86d2-6d0cf9507a66" providerId="ADAL" clId="{B4A9E4C7-0B39-4518-8286-B6B997BF31C0}" dt="2024-10-26T17:15:42.383" v="5072" actId="478"/>
          <ac:spMkLst>
            <pc:docMk/>
            <pc:sldMk cId="2905743540" sldId="271"/>
            <ac:spMk id="28" creationId="{D4929334-DB3B-832D-E809-18CC3E0B1230}"/>
          </ac:spMkLst>
        </pc:spChg>
        <pc:spChg chg="add del mod">
          <ac:chgData name="김현의" userId="cdc92b9d-c30e-4a55-86d2-6d0cf9507a66" providerId="ADAL" clId="{B4A9E4C7-0B39-4518-8286-B6B997BF31C0}" dt="2024-10-26T17:55:33.410" v="6104" actId="478"/>
          <ac:spMkLst>
            <pc:docMk/>
            <pc:sldMk cId="2905743540" sldId="271"/>
            <ac:spMk id="29" creationId="{FE0AE317-0F5E-3DE3-471F-48ACC34CF8F2}"/>
          </ac:spMkLst>
        </pc:spChg>
        <pc:spChg chg="add del mod ord">
          <ac:chgData name="김현의" userId="cdc92b9d-c30e-4a55-86d2-6d0cf9507a66" providerId="ADAL" clId="{B4A9E4C7-0B39-4518-8286-B6B997BF31C0}" dt="2024-10-26T17:59:02.538" v="6213" actId="164"/>
          <ac:spMkLst>
            <pc:docMk/>
            <pc:sldMk cId="2905743540" sldId="271"/>
            <ac:spMk id="30" creationId="{31DEFCFC-8FDD-10EF-41F1-8058643BABD1}"/>
          </ac:spMkLst>
        </pc:spChg>
        <pc:spChg chg="add del mod">
          <ac:chgData name="김현의" userId="cdc92b9d-c30e-4a55-86d2-6d0cf9507a66" providerId="ADAL" clId="{B4A9E4C7-0B39-4518-8286-B6B997BF31C0}" dt="2024-10-26T18:01:25.525" v="6441" actId="478"/>
          <ac:spMkLst>
            <pc:docMk/>
            <pc:sldMk cId="2905743540" sldId="271"/>
            <ac:spMk id="31" creationId="{7194667A-0A1E-221C-7D15-70A903CD18C0}"/>
          </ac:spMkLst>
        </pc:spChg>
        <pc:spChg chg="add del mod">
          <ac:chgData name="김현의" userId="cdc92b9d-c30e-4a55-86d2-6d0cf9507a66" providerId="ADAL" clId="{B4A9E4C7-0B39-4518-8286-B6B997BF31C0}" dt="2024-10-26T17:55:33.115" v="6103" actId="478"/>
          <ac:spMkLst>
            <pc:docMk/>
            <pc:sldMk cId="2905743540" sldId="271"/>
            <ac:spMk id="32" creationId="{4B75C887-ACF4-7C0E-8A95-312D9B156E3F}"/>
          </ac:spMkLst>
        </pc:spChg>
        <pc:spChg chg="del mod topLvl">
          <ac:chgData name="김현의" userId="cdc92b9d-c30e-4a55-86d2-6d0cf9507a66" providerId="ADAL" clId="{B4A9E4C7-0B39-4518-8286-B6B997BF31C0}" dt="2024-10-26T17:57:16.153" v="6174" actId="478"/>
          <ac:spMkLst>
            <pc:docMk/>
            <pc:sldMk cId="2905743540" sldId="271"/>
            <ac:spMk id="34" creationId="{38C96A13-6FE8-E136-857F-CBE545ADDB24}"/>
          </ac:spMkLst>
        </pc:spChg>
        <pc:spChg chg="add mod ord topLvl">
          <ac:chgData name="김현의" userId="cdc92b9d-c30e-4a55-86d2-6d0cf9507a66" providerId="ADAL" clId="{B4A9E4C7-0B39-4518-8286-B6B997BF31C0}" dt="2024-10-26T17:59:02.538" v="6213" actId="164"/>
          <ac:spMkLst>
            <pc:docMk/>
            <pc:sldMk cId="2905743540" sldId="271"/>
            <ac:spMk id="36" creationId="{5AE6853D-9643-FA85-68A2-F4C9542A5C01}"/>
          </ac:spMkLst>
        </pc:spChg>
        <pc:spChg chg="mod">
          <ac:chgData name="김현의" userId="cdc92b9d-c30e-4a55-86d2-6d0cf9507a66" providerId="ADAL" clId="{B4A9E4C7-0B39-4518-8286-B6B997BF31C0}" dt="2024-10-26T17:54:25.389" v="5987"/>
          <ac:spMkLst>
            <pc:docMk/>
            <pc:sldMk cId="2905743540" sldId="271"/>
            <ac:spMk id="39" creationId="{202485CF-22F5-074D-A0BB-50C8B7681359}"/>
          </ac:spMkLst>
        </pc:spChg>
        <pc:spChg chg="mod">
          <ac:chgData name="김현의" userId="cdc92b9d-c30e-4a55-86d2-6d0cf9507a66" providerId="ADAL" clId="{B4A9E4C7-0B39-4518-8286-B6B997BF31C0}" dt="2024-10-26T17:54:36.146" v="6001" actId="1076"/>
          <ac:spMkLst>
            <pc:docMk/>
            <pc:sldMk cId="2905743540" sldId="271"/>
            <ac:spMk id="40" creationId="{B5142F66-73B5-BF03-D921-2A931F971A5D}"/>
          </ac:spMkLst>
        </pc:spChg>
        <pc:spChg chg="add del mod">
          <ac:chgData name="김현의" userId="cdc92b9d-c30e-4a55-86d2-6d0cf9507a66" providerId="ADAL" clId="{B4A9E4C7-0B39-4518-8286-B6B997BF31C0}" dt="2024-10-26T17:59:10.641" v="6217" actId="478"/>
          <ac:spMkLst>
            <pc:docMk/>
            <pc:sldMk cId="2905743540" sldId="271"/>
            <ac:spMk id="41" creationId="{2841A3A2-E110-A8A0-849C-B6F10FDF1EDC}"/>
          </ac:spMkLst>
        </pc:spChg>
        <pc:spChg chg="mod topLvl">
          <ac:chgData name="김현의" userId="cdc92b9d-c30e-4a55-86d2-6d0cf9507a66" providerId="ADAL" clId="{B4A9E4C7-0B39-4518-8286-B6B997BF31C0}" dt="2024-10-26T17:59:02.538" v="6213" actId="164"/>
          <ac:spMkLst>
            <pc:docMk/>
            <pc:sldMk cId="2905743540" sldId="271"/>
            <ac:spMk id="43" creationId="{99ED9ECC-725F-D6A6-F801-EA63A951C2F1}"/>
          </ac:spMkLst>
        </pc:spChg>
        <pc:spChg chg="del mod topLvl">
          <ac:chgData name="김현의" userId="cdc92b9d-c30e-4a55-86d2-6d0cf9507a66" providerId="ADAL" clId="{B4A9E4C7-0B39-4518-8286-B6B997BF31C0}" dt="2024-10-26T17:57:22.809" v="6179" actId="478"/>
          <ac:spMkLst>
            <pc:docMk/>
            <pc:sldMk cId="2905743540" sldId="271"/>
            <ac:spMk id="44" creationId="{17527B56-B82A-ABAF-4C52-945CF31A8C4B}"/>
          </ac:spMkLst>
        </pc:spChg>
        <pc:spChg chg="add del mod">
          <ac:chgData name="김현의" userId="cdc92b9d-c30e-4a55-86d2-6d0cf9507a66" providerId="ADAL" clId="{B4A9E4C7-0B39-4518-8286-B6B997BF31C0}" dt="2024-10-26T17:58:59.063" v="6212" actId="478"/>
          <ac:spMkLst>
            <pc:docMk/>
            <pc:sldMk cId="2905743540" sldId="271"/>
            <ac:spMk id="45" creationId="{AD09D93D-907B-51D8-5838-F40EE0749744}"/>
          </ac:spMkLst>
        </pc:spChg>
        <pc:spChg chg="mod">
          <ac:chgData name="김현의" userId="cdc92b9d-c30e-4a55-86d2-6d0cf9507a66" providerId="ADAL" clId="{B4A9E4C7-0B39-4518-8286-B6B997BF31C0}" dt="2024-10-26T17:59:04.628" v="6215"/>
          <ac:spMkLst>
            <pc:docMk/>
            <pc:sldMk cId="2905743540" sldId="271"/>
            <ac:spMk id="48" creationId="{C0B0B28D-9789-DADE-1720-00E13CF9E602}"/>
          </ac:spMkLst>
        </pc:spChg>
        <pc:spChg chg="mod">
          <ac:chgData name="김현의" userId="cdc92b9d-c30e-4a55-86d2-6d0cf9507a66" providerId="ADAL" clId="{B4A9E4C7-0B39-4518-8286-B6B997BF31C0}" dt="2024-10-26T17:59:26.325" v="6270" actId="1076"/>
          <ac:spMkLst>
            <pc:docMk/>
            <pc:sldMk cId="2905743540" sldId="271"/>
            <ac:spMk id="49" creationId="{76B59BDC-8110-ECDF-DC68-0B03A7C9A615}"/>
          </ac:spMkLst>
        </pc:spChg>
        <pc:spChg chg="mod">
          <ac:chgData name="김현의" userId="cdc92b9d-c30e-4a55-86d2-6d0cf9507a66" providerId="ADAL" clId="{B4A9E4C7-0B39-4518-8286-B6B997BF31C0}" dt="2024-10-26T17:59:16.921" v="6259" actId="20577"/>
          <ac:spMkLst>
            <pc:docMk/>
            <pc:sldMk cId="2905743540" sldId="271"/>
            <ac:spMk id="50" creationId="{0BF2A11D-8312-B0B6-B086-55247B7698CA}"/>
          </ac:spMkLst>
        </pc:spChg>
        <pc:spChg chg="add mod">
          <ac:chgData name="김현의" userId="cdc92b9d-c30e-4a55-86d2-6d0cf9507a66" providerId="ADAL" clId="{B4A9E4C7-0B39-4518-8286-B6B997BF31C0}" dt="2024-10-26T18:07:55.908" v="6672" actId="1076"/>
          <ac:spMkLst>
            <pc:docMk/>
            <pc:sldMk cId="2905743540" sldId="271"/>
            <ac:spMk id="51" creationId="{F8FA33B9-B97B-DA6C-0247-C8893F8FDBCD}"/>
          </ac:spMkLst>
        </pc:spChg>
        <pc:spChg chg="add mod">
          <ac:chgData name="김현의" userId="cdc92b9d-c30e-4a55-86d2-6d0cf9507a66" providerId="ADAL" clId="{B4A9E4C7-0B39-4518-8286-B6B997BF31C0}" dt="2024-10-26T18:01:23.220" v="6440" actId="164"/>
          <ac:spMkLst>
            <pc:docMk/>
            <pc:sldMk cId="2905743540" sldId="271"/>
            <ac:spMk id="52" creationId="{75C68438-21D7-6475-8D99-CF4BA99D4C07}"/>
          </ac:spMkLst>
        </pc:spChg>
        <pc:spChg chg="add mod">
          <ac:chgData name="김현의" userId="cdc92b9d-c30e-4a55-86d2-6d0cf9507a66" providerId="ADAL" clId="{B4A9E4C7-0B39-4518-8286-B6B997BF31C0}" dt="2024-10-26T18:06:25.832" v="6647" actId="1076"/>
          <ac:spMkLst>
            <pc:docMk/>
            <pc:sldMk cId="2905743540" sldId="271"/>
            <ac:spMk id="54" creationId="{5FC0E449-9279-05FC-C085-BFDAFA74C8B8}"/>
          </ac:spMkLst>
        </pc:spChg>
        <pc:spChg chg="add mod">
          <ac:chgData name="김현의" userId="cdc92b9d-c30e-4a55-86d2-6d0cf9507a66" providerId="ADAL" clId="{B4A9E4C7-0B39-4518-8286-B6B997BF31C0}" dt="2024-10-26T18:06:27.312" v="6648" actId="1076"/>
          <ac:spMkLst>
            <pc:docMk/>
            <pc:sldMk cId="2905743540" sldId="271"/>
            <ac:spMk id="55" creationId="{4306AC24-4245-4743-F53B-B50B0C137037}"/>
          </ac:spMkLst>
        </pc:spChg>
        <pc:spChg chg="add mod">
          <ac:chgData name="김현의" userId="cdc92b9d-c30e-4a55-86d2-6d0cf9507a66" providerId="ADAL" clId="{B4A9E4C7-0B39-4518-8286-B6B997BF31C0}" dt="2024-10-26T18:06:28.512" v="6649" actId="1076"/>
          <ac:spMkLst>
            <pc:docMk/>
            <pc:sldMk cId="2905743540" sldId="271"/>
            <ac:spMk id="56" creationId="{94CAF2EE-E691-8528-D8EB-1D4F94D801A4}"/>
          </ac:spMkLst>
        </pc:spChg>
        <pc:spChg chg="add del mod">
          <ac:chgData name="김현의" userId="cdc92b9d-c30e-4a55-86d2-6d0cf9507a66" providerId="ADAL" clId="{B4A9E4C7-0B39-4518-8286-B6B997BF31C0}" dt="2024-10-26T18:06:29.816" v="6650" actId="1076"/>
          <ac:spMkLst>
            <pc:docMk/>
            <pc:sldMk cId="2905743540" sldId="271"/>
            <ac:spMk id="57" creationId="{888C7D52-1118-B5FF-B2F6-FDD90AE1F911}"/>
          </ac:spMkLst>
        </pc:spChg>
        <pc:spChg chg="add mod">
          <ac:chgData name="김현의" userId="cdc92b9d-c30e-4a55-86d2-6d0cf9507a66" providerId="ADAL" clId="{B4A9E4C7-0B39-4518-8286-B6B997BF31C0}" dt="2024-10-26T18:06:15.178" v="6640" actId="1076"/>
          <ac:spMkLst>
            <pc:docMk/>
            <pc:sldMk cId="2905743540" sldId="271"/>
            <ac:spMk id="58" creationId="{CA5208C8-D4B5-40B6-678D-FEE643BBFC17}"/>
          </ac:spMkLst>
        </pc:spChg>
        <pc:spChg chg="add mod">
          <ac:chgData name="김현의" userId="cdc92b9d-c30e-4a55-86d2-6d0cf9507a66" providerId="ADAL" clId="{B4A9E4C7-0B39-4518-8286-B6B997BF31C0}" dt="2024-10-26T18:06:49.631" v="6653" actId="208"/>
          <ac:spMkLst>
            <pc:docMk/>
            <pc:sldMk cId="2905743540" sldId="271"/>
            <ac:spMk id="59" creationId="{34C157A0-8EB6-7B26-849A-E16B4D8CB72F}"/>
          </ac:spMkLst>
        </pc:spChg>
        <pc:spChg chg="add mod">
          <ac:chgData name="김현의" userId="cdc92b9d-c30e-4a55-86d2-6d0cf9507a66" providerId="ADAL" clId="{B4A9E4C7-0B39-4518-8286-B6B997BF31C0}" dt="2024-10-26T18:07:41.995" v="6665" actId="1582"/>
          <ac:spMkLst>
            <pc:docMk/>
            <pc:sldMk cId="2905743540" sldId="271"/>
            <ac:spMk id="60" creationId="{4CA51864-3E73-CE78-3EB3-1761BA051420}"/>
          </ac:spMkLst>
        </pc:spChg>
        <pc:spChg chg="add mod">
          <ac:chgData name="김현의" userId="cdc92b9d-c30e-4a55-86d2-6d0cf9507a66" providerId="ADAL" clId="{B4A9E4C7-0B39-4518-8286-B6B997BF31C0}" dt="2024-10-26T18:07:44.029" v="6667" actId="1076"/>
          <ac:spMkLst>
            <pc:docMk/>
            <pc:sldMk cId="2905743540" sldId="271"/>
            <ac:spMk id="61" creationId="{DC14E75C-1B13-9804-7A78-74C0AB1D6A85}"/>
          </ac:spMkLst>
        </pc:spChg>
        <pc:spChg chg="add mod">
          <ac:chgData name="김현의" userId="cdc92b9d-c30e-4a55-86d2-6d0cf9507a66" providerId="ADAL" clId="{B4A9E4C7-0B39-4518-8286-B6B997BF31C0}" dt="2024-10-26T18:07:51.093" v="6670" actId="1076"/>
          <ac:spMkLst>
            <pc:docMk/>
            <pc:sldMk cId="2905743540" sldId="271"/>
            <ac:spMk id="62" creationId="{D6F05675-33D7-1142-1D5F-68B19F00AC53}"/>
          </ac:spMkLst>
        </pc:spChg>
        <pc:spChg chg="add mod">
          <ac:chgData name="김현의" userId="cdc92b9d-c30e-4a55-86d2-6d0cf9507a66" providerId="ADAL" clId="{B4A9E4C7-0B39-4518-8286-B6B997BF31C0}" dt="2024-10-26T18:08:46.018" v="6709" actId="1076"/>
          <ac:spMkLst>
            <pc:docMk/>
            <pc:sldMk cId="2905743540" sldId="271"/>
            <ac:spMk id="63" creationId="{06A24F10-581A-64D8-0F34-B155DD8F89E8}"/>
          </ac:spMkLst>
        </pc:spChg>
        <pc:grpChg chg="add del mod">
          <ac:chgData name="김현의" userId="cdc92b9d-c30e-4a55-86d2-6d0cf9507a66" providerId="ADAL" clId="{B4A9E4C7-0B39-4518-8286-B6B997BF31C0}" dt="2024-10-26T17:46:19.374" v="5912" actId="478"/>
          <ac:grpSpMkLst>
            <pc:docMk/>
            <pc:sldMk cId="2905743540" sldId="271"/>
            <ac:grpSpMk id="33" creationId="{6F3B249E-CEC2-D009-85A1-A0149954C9F5}"/>
          </ac:grpSpMkLst>
        </pc:grpChg>
        <pc:grpChg chg="add del mod">
          <ac:chgData name="김현의" userId="cdc92b9d-c30e-4a55-86d2-6d0cf9507a66" providerId="ADAL" clId="{B4A9E4C7-0B39-4518-8286-B6B997BF31C0}" dt="2024-10-26T17:57:16.153" v="6174" actId="478"/>
          <ac:grpSpMkLst>
            <pc:docMk/>
            <pc:sldMk cId="2905743540" sldId="271"/>
            <ac:grpSpMk id="37" creationId="{C76AF178-5557-E522-8B78-0CD27BFF6958}"/>
          </ac:grpSpMkLst>
        </pc:grpChg>
        <pc:grpChg chg="add del mod">
          <ac:chgData name="김현의" userId="cdc92b9d-c30e-4a55-86d2-6d0cf9507a66" providerId="ADAL" clId="{B4A9E4C7-0B39-4518-8286-B6B997BF31C0}" dt="2024-10-26T17:59:03.483" v="6214" actId="478"/>
          <ac:grpSpMkLst>
            <pc:docMk/>
            <pc:sldMk cId="2905743540" sldId="271"/>
            <ac:grpSpMk id="38" creationId="{2F287C6B-F450-45B4-77EB-EEF8A6EC7DE7}"/>
          </ac:grpSpMkLst>
        </pc:grpChg>
        <pc:grpChg chg="add del mod">
          <ac:chgData name="김현의" userId="cdc92b9d-c30e-4a55-86d2-6d0cf9507a66" providerId="ADAL" clId="{B4A9E4C7-0B39-4518-8286-B6B997BF31C0}" dt="2024-10-26T17:57:22.809" v="6179" actId="478"/>
          <ac:grpSpMkLst>
            <pc:docMk/>
            <pc:sldMk cId="2905743540" sldId="271"/>
            <ac:grpSpMk id="42" creationId="{244B989C-0445-7914-90A8-1359CB075771}"/>
          </ac:grpSpMkLst>
        </pc:grpChg>
        <pc:grpChg chg="add mod">
          <ac:chgData name="김현의" userId="cdc92b9d-c30e-4a55-86d2-6d0cf9507a66" providerId="ADAL" clId="{B4A9E4C7-0B39-4518-8286-B6B997BF31C0}" dt="2024-10-26T18:06:25.832" v="6647" actId="1076"/>
          <ac:grpSpMkLst>
            <pc:docMk/>
            <pc:sldMk cId="2905743540" sldId="271"/>
            <ac:grpSpMk id="46" creationId="{B9E3B3AC-BF5B-6D80-A4FB-16D92F1648C1}"/>
          </ac:grpSpMkLst>
        </pc:grpChg>
        <pc:grpChg chg="add mod">
          <ac:chgData name="김현의" userId="cdc92b9d-c30e-4a55-86d2-6d0cf9507a66" providerId="ADAL" clId="{B4A9E4C7-0B39-4518-8286-B6B997BF31C0}" dt="2024-10-26T18:06:25.832" v="6647" actId="1076"/>
          <ac:grpSpMkLst>
            <pc:docMk/>
            <pc:sldMk cId="2905743540" sldId="271"/>
            <ac:grpSpMk id="47" creationId="{203266D6-4DE8-B8A1-16E3-F00CB58B7EEF}"/>
          </ac:grpSpMkLst>
        </pc:grpChg>
        <pc:grpChg chg="add mod">
          <ac:chgData name="김현의" userId="cdc92b9d-c30e-4a55-86d2-6d0cf9507a66" providerId="ADAL" clId="{B4A9E4C7-0B39-4518-8286-B6B997BF31C0}" dt="2024-10-26T18:07:57.285" v="6673" actId="1076"/>
          <ac:grpSpMkLst>
            <pc:docMk/>
            <pc:sldMk cId="2905743540" sldId="271"/>
            <ac:grpSpMk id="53" creationId="{88257F03-8BBA-3C28-F001-C580FDECD99B}"/>
          </ac:grpSpMkLst>
        </pc:grpChg>
        <pc:picChg chg="del mod">
          <ac:chgData name="김현의" userId="cdc92b9d-c30e-4a55-86d2-6d0cf9507a66" providerId="ADAL" clId="{B4A9E4C7-0B39-4518-8286-B6B997BF31C0}" dt="2024-10-26T17:46:19.374" v="5912" actId="478"/>
          <ac:picMkLst>
            <pc:docMk/>
            <pc:sldMk cId="2905743540" sldId="271"/>
            <ac:picMk id="35" creationId="{53E85A84-5802-1E78-59EC-B7B07E1EF654}"/>
          </ac:picMkLst>
        </pc:picChg>
      </pc:sldChg>
      <pc:sldChg chg="delSp modSp add ord setBg modNotesTx">
        <pc:chgData name="김현의" userId="cdc92b9d-c30e-4a55-86d2-6d0cf9507a66" providerId="ADAL" clId="{B4A9E4C7-0B39-4518-8286-B6B997BF31C0}" dt="2024-10-26T16:32:39.513" v="3237" actId="20577"/>
        <pc:sldMkLst>
          <pc:docMk/>
          <pc:sldMk cId="4191258473" sldId="272"/>
        </pc:sldMkLst>
        <pc:picChg chg="del">
          <ac:chgData name="김현의" userId="cdc92b9d-c30e-4a55-86d2-6d0cf9507a66" providerId="ADAL" clId="{B4A9E4C7-0B39-4518-8286-B6B997BF31C0}" dt="2024-10-26T16:12:56.406" v="2372" actId="478"/>
          <ac:picMkLst>
            <pc:docMk/>
            <pc:sldMk cId="4191258473" sldId="272"/>
            <ac:picMk id="1028" creationId="{BA988F15-5F2E-3D85-588D-23FD77E8ADF4}"/>
          </ac:picMkLst>
        </pc:picChg>
        <pc:picChg chg="mod">
          <ac:chgData name="김현의" userId="cdc92b9d-c30e-4a55-86d2-6d0cf9507a66" providerId="ADAL" clId="{B4A9E4C7-0B39-4518-8286-B6B997BF31C0}" dt="2024-10-26T16:13:37.094" v="2424" actId="1076"/>
          <ac:picMkLst>
            <pc:docMk/>
            <pc:sldMk cId="4191258473" sldId="272"/>
            <ac:picMk id="1030" creationId="{224E65CE-2162-5060-6FE8-DD5446629501}"/>
          </ac:picMkLst>
        </pc:picChg>
      </pc:sldChg>
      <pc:sldChg chg="delSp modSp add del setBg modNotesTx">
        <pc:chgData name="김현의" userId="cdc92b9d-c30e-4a55-86d2-6d0cf9507a66" providerId="ADAL" clId="{B4A9E4C7-0B39-4518-8286-B6B997BF31C0}" dt="2024-10-26T16:30:14.519" v="2995" actId="47"/>
        <pc:sldMkLst>
          <pc:docMk/>
          <pc:sldMk cId="217549017" sldId="273"/>
        </pc:sldMkLst>
        <pc:picChg chg="del mod">
          <ac:chgData name="김현의" userId="cdc92b9d-c30e-4a55-86d2-6d0cf9507a66" providerId="ADAL" clId="{B4A9E4C7-0B39-4518-8286-B6B997BF31C0}" dt="2024-10-26T16:15:25.574" v="2447" actId="478"/>
          <ac:picMkLst>
            <pc:docMk/>
            <pc:sldMk cId="217549017" sldId="273"/>
            <ac:picMk id="1028" creationId="{28AB3F5D-747A-6CFF-0F62-FF9394A87CA5}"/>
          </ac:picMkLst>
        </pc:picChg>
      </pc:sldChg>
      <pc:sldChg chg="addSp delSp modSp add mod setBg modAnim">
        <pc:chgData name="김현의" userId="cdc92b9d-c30e-4a55-86d2-6d0cf9507a66" providerId="ADAL" clId="{B4A9E4C7-0B39-4518-8286-B6B997BF31C0}" dt="2024-10-26T17:51:30.920" v="5961" actId="1076"/>
        <pc:sldMkLst>
          <pc:docMk/>
          <pc:sldMk cId="486335179" sldId="273"/>
        </pc:sldMkLst>
        <pc:spChg chg="add mod ord topLvl">
          <ac:chgData name="김현의" userId="cdc92b9d-c30e-4a55-86d2-6d0cf9507a66" providerId="ADAL" clId="{B4A9E4C7-0B39-4518-8286-B6B997BF31C0}" dt="2024-10-26T17:36:38.780" v="5847" actId="1076"/>
          <ac:spMkLst>
            <pc:docMk/>
            <pc:sldMk cId="486335179" sldId="273"/>
            <ac:spMk id="4" creationId="{1FF2D46F-11B7-87D6-81A3-C6CD8BFEF533}"/>
          </ac:spMkLst>
        </pc:spChg>
        <pc:spChg chg="mod">
          <ac:chgData name="김현의" userId="cdc92b9d-c30e-4a55-86d2-6d0cf9507a66" providerId="ADAL" clId="{B4A9E4C7-0B39-4518-8286-B6B997BF31C0}" dt="2024-10-26T16:42:26.177" v="4021" actId="20577"/>
          <ac:spMkLst>
            <pc:docMk/>
            <pc:sldMk cId="486335179" sldId="273"/>
            <ac:spMk id="6" creationId="{5D288C09-9097-1096-8D0B-2B5B1D045D70}"/>
          </ac:spMkLst>
        </pc:spChg>
        <pc:spChg chg="add mod ord topLvl">
          <ac:chgData name="김현의" userId="cdc92b9d-c30e-4a55-86d2-6d0cf9507a66" providerId="ADAL" clId="{B4A9E4C7-0B39-4518-8286-B6B997BF31C0}" dt="2024-10-26T17:37:56.160" v="5857" actId="1076"/>
          <ac:spMkLst>
            <pc:docMk/>
            <pc:sldMk cId="486335179" sldId="273"/>
            <ac:spMk id="13" creationId="{6E9B94BA-8927-D678-7B17-78ABB1837F70}"/>
          </ac:spMkLst>
        </pc:spChg>
        <pc:spChg chg="add mod">
          <ac:chgData name="김현의" userId="cdc92b9d-c30e-4a55-86d2-6d0cf9507a66" providerId="ADAL" clId="{B4A9E4C7-0B39-4518-8286-B6B997BF31C0}" dt="2024-10-26T17:51:30.920" v="5961" actId="1076"/>
          <ac:spMkLst>
            <pc:docMk/>
            <pc:sldMk cId="486335179" sldId="273"/>
            <ac:spMk id="14" creationId="{C856D5E5-97B6-8E08-55FC-D1B5D576828A}"/>
          </ac:spMkLst>
        </pc:spChg>
        <pc:spChg chg="del mod">
          <ac:chgData name="김현의" userId="cdc92b9d-c30e-4a55-86d2-6d0cf9507a66" providerId="ADAL" clId="{B4A9E4C7-0B39-4518-8286-B6B997BF31C0}" dt="2024-10-26T17:06:41.222" v="4855" actId="478"/>
          <ac:spMkLst>
            <pc:docMk/>
            <pc:sldMk cId="486335179" sldId="273"/>
            <ac:spMk id="18" creationId="{462E6AC7-D7BD-DCDA-ECB7-0A5A8435B472}"/>
          </ac:spMkLst>
        </pc:spChg>
        <pc:spChg chg="mod">
          <ac:chgData name="김현의" userId="cdc92b9d-c30e-4a55-86d2-6d0cf9507a66" providerId="ADAL" clId="{B4A9E4C7-0B39-4518-8286-B6B997BF31C0}" dt="2024-10-26T17:51:30.920" v="5961" actId="1076"/>
          <ac:spMkLst>
            <pc:docMk/>
            <pc:sldMk cId="486335179" sldId="273"/>
            <ac:spMk id="34" creationId="{299E7880-7924-94FF-0173-5A6E06E5C739}"/>
          </ac:spMkLst>
        </pc:spChg>
        <pc:spChg chg="add mod">
          <ac:chgData name="김현의" userId="cdc92b9d-c30e-4a55-86d2-6d0cf9507a66" providerId="ADAL" clId="{B4A9E4C7-0B39-4518-8286-B6B997BF31C0}" dt="2024-10-26T17:51:30.920" v="5961" actId="1076"/>
          <ac:spMkLst>
            <pc:docMk/>
            <pc:sldMk cId="486335179" sldId="273"/>
            <ac:spMk id="41" creationId="{A2EE3338-24A3-4CDB-5A59-22162F25A28F}"/>
          </ac:spMkLst>
        </pc:spChg>
        <pc:spChg chg="del mod">
          <ac:chgData name="김현의" userId="cdc92b9d-c30e-4a55-86d2-6d0cf9507a66" providerId="ADAL" clId="{B4A9E4C7-0B39-4518-8286-B6B997BF31C0}" dt="2024-10-26T17:48:43.042" v="5947" actId="478"/>
          <ac:spMkLst>
            <pc:docMk/>
            <pc:sldMk cId="486335179" sldId="273"/>
            <ac:spMk id="46" creationId="{D9047B46-C9B1-F848-0D40-37A6FDCF6AB6}"/>
          </ac:spMkLst>
        </pc:spChg>
        <pc:spChg chg="mod">
          <ac:chgData name="김현의" userId="cdc92b9d-c30e-4a55-86d2-6d0cf9507a66" providerId="ADAL" clId="{B4A9E4C7-0B39-4518-8286-B6B997BF31C0}" dt="2024-10-26T17:51:30.920" v="5961" actId="1076"/>
          <ac:spMkLst>
            <pc:docMk/>
            <pc:sldMk cId="486335179" sldId="273"/>
            <ac:spMk id="51" creationId="{F25ADB09-6F35-4E00-2826-0C483E714F92}"/>
          </ac:spMkLst>
        </pc:spChg>
        <pc:spChg chg="mod">
          <ac:chgData name="김현의" userId="cdc92b9d-c30e-4a55-86d2-6d0cf9507a66" providerId="ADAL" clId="{B4A9E4C7-0B39-4518-8286-B6B997BF31C0}" dt="2024-10-26T17:51:30.920" v="5961" actId="1076"/>
          <ac:spMkLst>
            <pc:docMk/>
            <pc:sldMk cId="486335179" sldId="273"/>
            <ac:spMk id="55" creationId="{EEE48D27-1B42-A766-D744-BAE126D6F2FA}"/>
          </ac:spMkLst>
        </pc:spChg>
        <pc:spChg chg="mod">
          <ac:chgData name="김현의" userId="cdc92b9d-c30e-4a55-86d2-6d0cf9507a66" providerId="ADAL" clId="{B4A9E4C7-0B39-4518-8286-B6B997BF31C0}" dt="2024-10-26T17:51:30.920" v="5961" actId="1076"/>
          <ac:spMkLst>
            <pc:docMk/>
            <pc:sldMk cId="486335179" sldId="273"/>
            <ac:spMk id="59" creationId="{AAB56215-DAF5-FB50-71B1-BAA15A877500}"/>
          </ac:spMkLst>
        </pc:spChg>
        <pc:spChg chg="add del mod topLvl">
          <ac:chgData name="김현의" userId="cdc92b9d-c30e-4a55-86d2-6d0cf9507a66" providerId="ADAL" clId="{B4A9E4C7-0B39-4518-8286-B6B997BF31C0}" dt="2024-10-26T17:35:20.868" v="5822" actId="478"/>
          <ac:spMkLst>
            <pc:docMk/>
            <pc:sldMk cId="486335179" sldId="273"/>
            <ac:spMk id="60" creationId="{31B09098-630A-8794-770C-4314B2807840}"/>
          </ac:spMkLst>
        </pc:spChg>
        <pc:spChg chg="add mod">
          <ac:chgData name="김현의" userId="cdc92b9d-c30e-4a55-86d2-6d0cf9507a66" providerId="ADAL" clId="{B4A9E4C7-0B39-4518-8286-B6B997BF31C0}" dt="2024-10-26T17:51:30.920" v="5961" actId="1076"/>
          <ac:spMkLst>
            <pc:docMk/>
            <pc:sldMk cId="486335179" sldId="273"/>
            <ac:spMk id="8206" creationId="{0999553D-B39F-0C58-3517-27815DA21E58}"/>
          </ac:spMkLst>
        </pc:spChg>
        <pc:grpChg chg="add mod">
          <ac:chgData name="김현의" userId="cdc92b9d-c30e-4a55-86d2-6d0cf9507a66" providerId="ADAL" clId="{B4A9E4C7-0B39-4518-8286-B6B997BF31C0}" dt="2024-10-26T17:51:30.920" v="5961" actId="1076"/>
          <ac:grpSpMkLst>
            <pc:docMk/>
            <pc:sldMk cId="486335179" sldId="273"/>
            <ac:grpSpMk id="31" creationId="{6081B04E-802C-D3C4-DEC4-7ACDE4B2C4BC}"/>
          </ac:grpSpMkLst>
        </pc:grpChg>
        <pc:grpChg chg="add mod">
          <ac:chgData name="김현의" userId="cdc92b9d-c30e-4a55-86d2-6d0cf9507a66" providerId="ADAL" clId="{B4A9E4C7-0B39-4518-8286-B6B997BF31C0}" dt="2024-10-26T17:27:00.317" v="5377" actId="164"/>
          <ac:grpSpMkLst>
            <pc:docMk/>
            <pc:sldMk cId="486335179" sldId="273"/>
            <ac:grpSpMk id="32" creationId="{48520CB3-ECA8-C476-B4CB-2076C18985AE}"/>
          </ac:grpSpMkLst>
        </pc:grpChg>
        <pc:grpChg chg="add mod">
          <ac:chgData name="김현의" userId="cdc92b9d-c30e-4a55-86d2-6d0cf9507a66" providerId="ADAL" clId="{B4A9E4C7-0B39-4518-8286-B6B997BF31C0}" dt="2024-10-26T17:51:30.920" v="5961" actId="1076"/>
          <ac:grpSpMkLst>
            <pc:docMk/>
            <pc:sldMk cId="486335179" sldId="273"/>
            <ac:grpSpMk id="33" creationId="{2072C838-3571-CEFA-8379-DF62831BB4A2}"/>
          </ac:grpSpMkLst>
        </pc:grpChg>
        <pc:grpChg chg="add mod topLvl">
          <ac:chgData name="김현의" userId="cdc92b9d-c30e-4a55-86d2-6d0cf9507a66" providerId="ADAL" clId="{B4A9E4C7-0B39-4518-8286-B6B997BF31C0}" dt="2024-10-26T17:51:30.920" v="5961" actId="1076"/>
          <ac:grpSpMkLst>
            <pc:docMk/>
            <pc:sldMk cId="486335179" sldId="273"/>
            <ac:grpSpMk id="42" creationId="{3E8AEB03-08E6-069B-6C8D-991479919214}"/>
          </ac:grpSpMkLst>
        </pc:grpChg>
        <pc:grpChg chg="add del mod topLvl">
          <ac:chgData name="김현의" userId="cdc92b9d-c30e-4a55-86d2-6d0cf9507a66" providerId="ADAL" clId="{B4A9E4C7-0B39-4518-8286-B6B997BF31C0}" dt="2024-10-26T17:48:47.076" v="5949" actId="478"/>
          <ac:grpSpMkLst>
            <pc:docMk/>
            <pc:sldMk cId="486335179" sldId="273"/>
            <ac:grpSpMk id="43" creationId="{1DF6192C-B0A0-3A1A-19D5-4CA3535D25DC}"/>
          </ac:grpSpMkLst>
        </pc:grpChg>
        <pc:grpChg chg="add mod topLvl">
          <ac:chgData name="김현의" userId="cdc92b9d-c30e-4a55-86d2-6d0cf9507a66" providerId="ADAL" clId="{B4A9E4C7-0B39-4518-8286-B6B997BF31C0}" dt="2024-10-26T17:51:30.920" v="5961" actId="1076"/>
          <ac:grpSpMkLst>
            <pc:docMk/>
            <pc:sldMk cId="486335179" sldId="273"/>
            <ac:grpSpMk id="47" creationId="{7A80B918-908B-88AE-E012-CAE1C7E3978C}"/>
          </ac:grpSpMkLst>
        </pc:grpChg>
        <pc:grpChg chg="add mod topLvl">
          <ac:chgData name="김현의" userId="cdc92b9d-c30e-4a55-86d2-6d0cf9507a66" providerId="ADAL" clId="{B4A9E4C7-0B39-4518-8286-B6B997BF31C0}" dt="2024-10-26T17:51:30.920" v="5961" actId="1076"/>
          <ac:grpSpMkLst>
            <pc:docMk/>
            <pc:sldMk cId="486335179" sldId="273"/>
            <ac:grpSpMk id="48" creationId="{2B7EC99C-253A-D2E1-1865-62C7650FEF86}"/>
          </ac:grpSpMkLst>
        </pc:grpChg>
        <pc:grpChg chg="add mod topLvl">
          <ac:chgData name="김현의" userId="cdc92b9d-c30e-4a55-86d2-6d0cf9507a66" providerId="ADAL" clId="{B4A9E4C7-0B39-4518-8286-B6B997BF31C0}" dt="2024-10-26T17:51:30.920" v="5961" actId="1076"/>
          <ac:grpSpMkLst>
            <pc:docMk/>
            <pc:sldMk cId="486335179" sldId="273"/>
            <ac:grpSpMk id="52" creationId="{A6CC63C9-E00E-2941-6C37-997437550DF3}"/>
          </ac:grpSpMkLst>
        </pc:grpChg>
        <pc:grpChg chg="add mod topLvl">
          <ac:chgData name="김현의" userId="cdc92b9d-c30e-4a55-86d2-6d0cf9507a66" providerId="ADAL" clId="{B4A9E4C7-0B39-4518-8286-B6B997BF31C0}" dt="2024-10-26T17:51:30.920" v="5961" actId="1076"/>
          <ac:grpSpMkLst>
            <pc:docMk/>
            <pc:sldMk cId="486335179" sldId="273"/>
            <ac:grpSpMk id="56" creationId="{BBFC99EB-9860-E9A2-BBA1-98C22E8074EF}"/>
          </ac:grpSpMkLst>
        </pc:grpChg>
        <pc:grpChg chg="add del mod">
          <ac:chgData name="김현의" userId="cdc92b9d-c30e-4a55-86d2-6d0cf9507a66" providerId="ADAL" clId="{B4A9E4C7-0B39-4518-8286-B6B997BF31C0}" dt="2024-10-26T17:34:09.187" v="5799" actId="165"/>
          <ac:grpSpMkLst>
            <pc:docMk/>
            <pc:sldMk cId="486335179" sldId="273"/>
            <ac:grpSpMk id="8200" creationId="{CC729347-7422-F1F9-FD47-081B7BC8476D}"/>
          </ac:grpSpMkLst>
        </pc:grpChg>
        <pc:grpChg chg="add mod">
          <ac:chgData name="김현의" userId="cdc92b9d-c30e-4a55-86d2-6d0cf9507a66" providerId="ADAL" clId="{B4A9E4C7-0B39-4518-8286-B6B997BF31C0}" dt="2024-10-26T17:51:30.920" v="5961" actId="1076"/>
          <ac:grpSpMkLst>
            <pc:docMk/>
            <pc:sldMk cId="486335179" sldId="273"/>
            <ac:grpSpMk id="8201" creationId="{FD22B7C3-07BB-401A-B52D-A80D97484459}"/>
          </ac:grpSpMkLst>
        </pc:grpChg>
        <pc:grpChg chg="add mod">
          <ac:chgData name="김현의" userId="cdc92b9d-c30e-4a55-86d2-6d0cf9507a66" providerId="ADAL" clId="{B4A9E4C7-0B39-4518-8286-B6B997BF31C0}" dt="2024-10-26T17:51:30.920" v="5961" actId="1076"/>
          <ac:grpSpMkLst>
            <pc:docMk/>
            <pc:sldMk cId="486335179" sldId="273"/>
            <ac:grpSpMk id="8207" creationId="{6AC00870-BF7C-D280-BC6D-033B4324DA4F}"/>
          </ac:grpSpMkLst>
        </pc:grpChg>
        <pc:picChg chg="add mod">
          <ac:chgData name="김현의" userId="cdc92b9d-c30e-4a55-86d2-6d0cf9507a66" providerId="ADAL" clId="{B4A9E4C7-0B39-4518-8286-B6B997BF31C0}" dt="2024-10-26T17:51:30.920" v="5961" actId="1076"/>
          <ac:picMkLst>
            <pc:docMk/>
            <pc:sldMk cId="486335179" sldId="273"/>
            <ac:picMk id="8194" creationId="{75909E6D-ABCD-2505-723D-E479C0AF526C}"/>
          </ac:picMkLst>
        </pc:picChg>
        <pc:cxnChg chg="add del mod">
          <ac:chgData name="김현의" userId="cdc92b9d-c30e-4a55-86d2-6d0cf9507a66" providerId="ADAL" clId="{B4A9E4C7-0B39-4518-8286-B6B997BF31C0}" dt="2024-10-26T17:11:10.180" v="4937" actId="478"/>
          <ac:cxnSpMkLst>
            <pc:docMk/>
            <pc:sldMk cId="486335179" sldId="273"/>
            <ac:cxnSpMk id="19" creationId="{AAA3C458-FBF1-FFC8-BA8E-F11F073AB4F3}"/>
          </ac:cxnSpMkLst>
        </pc:cxnChg>
        <pc:cxnChg chg="add 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21" creationId="{8FD3BE0E-2544-AB84-3062-8D172EC11EAA}"/>
          </ac:cxnSpMkLst>
        </pc:cxnChg>
        <pc:cxnChg chg="add 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24" creationId="{A5FCA274-F58D-1A8D-586A-D8A22E00CD16}"/>
          </ac:cxnSpMkLst>
        </pc:cxnChg>
        <pc:cxnChg chg="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35" creationId="{DC83C97E-999C-ED51-A317-7FB7389BE249}"/>
          </ac:cxnSpMkLst>
        </pc:cxnChg>
        <pc:cxnChg chg="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36" creationId="{0F1DC895-EDA4-4C11-8011-79D553364B49}"/>
          </ac:cxnSpMkLst>
        </pc:cxnChg>
        <pc:cxnChg chg="add 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39" creationId="{D45B839E-3203-134D-1C65-75F7CD7D05BC}"/>
          </ac:cxnSpMkLst>
        </pc:cxnChg>
        <pc:cxnChg chg="add 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40" creationId="{4B956BFD-8607-D1E9-E6C7-E390C2328D19}"/>
          </ac:cxnSpMkLst>
        </pc:cxnChg>
        <pc:cxnChg chg="del mod">
          <ac:chgData name="김현의" userId="cdc92b9d-c30e-4a55-86d2-6d0cf9507a66" providerId="ADAL" clId="{B4A9E4C7-0B39-4518-8286-B6B997BF31C0}" dt="2024-10-26T17:48:48.199" v="5950" actId="478"/>
          <ac:cxnSpMkLst>
            <pc:docMk/>
            <pc:sldMk cId="486335179" sldId="273"/>
            <ac:cxnSpMk id="44" creationId="{D135003E-583A-B55E-789C-F1617691C595}"/>
          </ac:cxnSpMkLst>
        </pc:cxnChg>
        <pc:cxnChg chg="del mod">
          <ac:chgData name="김현의" userId="cdc92b9d-c30e-4a55-86d2-6d0cf9507a66" providerId="ADAL" clId="{B4A9E4C7-0B39-4518-8286-B6B997BF31C0}" dt="2024-10-26T17:48:47.076" v="5949" actId="478"/>
          <ac:cxnSpMkLst>
            <pc:docMk/>
            <pc:sldMk cId="486335179" sldId="273"/>
            <ac:cxnSpMk id="45" creationId="{38CA6B3E-4DF6-006C-8DC5-DBFA415882BB}"/>
          </ac:cxnSpMkLst>
        </pc:cxnChg>
        <pc:cxnChg chg="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49" creationId="{E577B773-985D-C26B-FE94-32DCAF3C19A3}"/>
          </ac:cxnSpMkLst>
        </pc:cxnChg>
        <pc:cxnChg chg="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50" creationId="{D09FFC1F-4BED-6817-7FCF-60950D20773D}"/>
          </ac:cxnSpMkLst>
        </pc:cxnChg>
        <pc:cxnChg chg="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53" creationId="{05994431-7E64-4CFD-1B31-C645125E9A21}"/>
          </ac:cxnSpMkLst>
        </pc:cxnChg>
        <pc:cxnChg chg="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54" creationId="{D86F3E5D-9A1F-F764-6141-B532618C5AE2}"/>
          </ac:cxnSpMkLst>
        </pc:cxnChg>
        <pc:cxnChg chg="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57" creationId="{6CD24941-A3B1-2246-5BEF-4731BF04AE9D}"/>
          </ac:cxnSpMkLst>
        </pc:cxnChg>
        <pc:cxnChg chg="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58" creationId="{36D113C7-9372-CBC8-CE48-ED9A81A1842E}"/>
          </ac:cxnSpMkLst>
        </pc:cxnChg>
        <pc:cxnChg chg="add 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8204" creationId="{099D25C8-07EE-6A89-BBE5-D094D51C64EA}"/>
          </ac:cxnSpMkLst>
        </pc:cxnChg>
        <pc:cxnChg chg="add mod">
          <ac:chgData name="김현의" userId="cdc92b9d-c30e-4a55-86d2-6d0cf9507a66" providerId="ADAL" clId="{B4A9E4C7-0B39-4518-8286-B6B997BF31C0}" dt="2024-10-26T17:51:30.920" v="5961" actId="1076"/>
          <ac:cxnSpMkLst>
            <pc:docMk/>
            <pc:sldMk cId="486335179" sldId="273"/>
            <ac:cxnSpMk id="8205" creationId="{4DF7C2B6-CF62-7E34-64D6-3986B392B6F9}"/>
          </ac:cxnSpMkLst>
        </pc:cxnChg>
      </pc:sldChg>
      <pc:sldChg chg="addSp delSp modSp add mod ord setBg">
        <pc:chgData name="김현의" userId="cdc92b9d-c30e-4a55-86d2-6d0cf9507a66" providerId="ADAL" clId="{B4A9E4C7-0B39-4518-8286-B6B997BF31C0}" dt="2024-10-26T17:05:21.329" v="4854"/>
        <pc:sldMkLst>
          <pc:docMk/>
          <pc:sldMk cId="3732905492" sldId="274"/>
        </pc:sldMkLst>
        <pc:spChg chg="mod">
          <ac:chgData name="김현의" userId="cdc92b9d-c30e-4a55-86d2-6d0cf9507a66" providerId="ADAL" clId="{B4A9E4C7-0B39-4518-8286-B6B997BF31C0}" dt="2024-10-26T16:42:08.550" v="4009" actId="20577"/>
          <ac:spMkLst>
            <pc:docMk/>
            <pc:sldMk cId="3732905492" sldId="274"/>
            <ac:spMk id="6" creationId="{5E650B50-C55D-9A7A-309F-821805643BC1}"/>
          </ac:spMkLst>
        </pc:spChg>
        <pc:spChg chg="del mod">
          <ac:chgData name="김현의" userId="cdc92b9d-c30e-4a55-86d2-6d0cf9507a66" providerId="ADAL" clId="{B4A9E4C7-0B39-4518-8286-B6B997BF31C0}" dt="2024-10-26T16:44:52.164" v="4024" actId="478"/>
          <ac:spMkLst>
            <pc:docMk/>
            <pc:sldMk cId="3732905492" sldId="274"/>
            <ac:spMk id="18" creationId="{1CBC6335-9774-4C94-810B-4155EE19A2B0}"/>
          </ac:spMkLst>
        </pc:spChg>
        <pc:spChg chg="add del mod">
          <ac:chgData name="김현의" userId="cdc92b9d-c30e-4a55-86d2-6d0cf9507a66" providerId="ADAL" clId="{B4A9E4C7-0B39-4518-8286-B6B997BF31C0}" dt="2024-10-26T16:47:03.997" v="4053" actId="478"/>
          <ac:spMkLst>
            <pc:docMk/>
            <pc:sldMk cId="3732905492" sldId="274"/>
            <ac:spMk id="19" creationId="{F110A39F-4CD2-1055-1BC4-E6F7615A65A1}"/>
          </ac:spMkLst>
        </pc:spChg>
        <pc:spChg chg="add mod">
          <ac:chgData name="김현의" userId="cdc92b9d-c30e-4a55-86d2-6d0cf9507a66" providerId="ADAL" clId="{B4A9E4C7-0B39-4518-8286-B6B997BF31C0}" dt="2024-10-26T16:47:37.555" v="4062" actId="1076"/>
          <ac:spMkLst>
            <pc:docMk/>
            <pc:sldMk cId="3732905492" sldId="274"/>
            <ac:spMk id="20" creationId="{3ADEABA5-5D7D-E847-87B1-2AD86882B37F}"/>
          </ac:spMkLst>
        </pc:spChg>
        <pc:spChg chg="add del mod">
          <ac:chgData name="김현의" userId="cdc92b9d-c30e-4a55-86d2-6d0cf9507a66" providerId="ADAL" clId="{B4A9E4C7-0B39-4518-8286-B6B997BF31C0}" dt="2024-10-26T16:48:37.115" v="4068" actId="478"/>
          <ac:spMkLst>
            <pc:docMk/>
            <pc:sldMk cId="3732905492" sldId="274"/>
            <ac:spMk id="23" creationId="{52AB5563-6628-A1B8-55C8-B91879EE4279}"/>
          </ac:spMkLst>
        </pc:spChg>
        <pc:spChg chg="add mod">
          <ac:chgData name="김현의" userId="cdc92b9d-c30e-4a55-86d2-6d0cf9507a66" providerId="ADAL" clId="{B4A9E4C7-0B39-4518-8286-B6B997BF31C0}" dt="2024-10-26T16:50:08.060" v="4175" actId="1582"/>
          <ac:spMkLst>
            <pc:docMk/>
            <pc:sldMk cId="3732905492" sldId="274"/>
            <ac:spMk id="24" creationId="{6DCF2191-E8FF-B4FF-A261-C893D49C0B25}"/>
          </ac:spMkLst>
        </pc:spChg>
        <pc:picChg chg="add mod">
          <ac:chgData name="김현의" userId="cdc92b9d-c30e-4a55-86d2-6d0cf9507a66" providerId="ADAL" clId="{B4A9E4C7-0B39-4518-8286-B6B997BF31C0}" dt="2024-10-26T16:47:37.555" v="4062" actId="1076"/>
          <ac:picMkLst>
            <pc:docMk/>
            <pc:sldMk cId="3732905492" sldId="274"/>
            <ac:picMk id="13" creationId="{C5659E32-EB83-A9CA-977C-55CD323D22AA}"/>
          </ac:picMkLst>
        </pc:picChg>
        <pc:picChg chg="add mod">
          <ac:chgData name="김현의" userId="cdc92b9d-c30e-4a55-86d2-6d0cf9507a66" providerId="ADAL" clId="{B4A9E4C7-0B39-4518-8286-B6B997BF31C0}" dt="2024-10-26T16:47:37.555" v="4062" actId="1076"/>
          <ac:picMkLst>
            <pc:docMk/>
            <pc:sldMk cId="3732905492" sldId="274"/>
            <ac:picMk id="17" creationId="{C6927CD3-6065-AF7F-7B46-2331FB72E586}"/>
          </ac:picMkLst>
        </pc:picChg>
        <pc:picChg chg="add del mod">
          <ac:chgData name="김현의" userId="cdc92b9d-c30e-4a55-86d2-6d0cf9507a66" providerId="ADAL" clId="{B4A9E4C7-0B39-4518-8286-B6B997BF31C0}" dt="2024-10-26T16:48:30.715" v="4066" actId="478"/>
          <ac:picMkLst>
            <pc:docMk/>
            <pc:sldMk cId="3732905492" sldId="274"/>
            <ac:picMk id="22" creationId="{5337EE9B-D55D-80D9-9974-4C707EEE3C97}"/>
          </ac:picMkLst>
        </pc:picChg>
      </pc:sldChg>
      <pc:sldChg chg="addSp delSp modSp add mod ord setBg">
        <pc:chgData name="김현의" userId="cdc92b9d-c30e-4a55-86d2-6d0cf9507a66" providerId="ADAL" clId="{B4A9E4C7-0B39-4518-8286-B6B997BF31C0}" dt="2024-10-26T17:05:21.329" v="4854"/>
        <pc:sldMkLst>
          <pc:docMk/>
          <pc:sldMk cId="2924180785" sldId="275"/>
        </pc:sldMkLst>
        <pc:spChg chg="add mod">
          <ac:chgData name="김현의" userId="cdc92b9d-c30e-4a55-86d2-6d0cf9507a66" providerId="ADAL" clId="{B4A9E4C7-0B39-4518-8286-B6B997BF31C0}" dt="2024-10-26T16:59:47.740" v="4421" actId="1076"/>
          <ac:spMkLst>
            <pc:docMk/>
            <pc:sldMk cId="2924180785" sldId="275"/>
            <ac:spMk id="4" creationId="{DCE4A319-4BDA-2EFD-D1AC-17C6938FAAAE}"/>
          </ac:spMkLst>
        </pc:spChg>
        <pc:spChg chg="add mod">
          <ac:chgData name="김현의" userId="cdc92b9d-c30e-4a55-86d2-6d0cf9507a66" providerId="ADAL" clId="{B4A9E4C7-0B39-4518-8286-B6B997BF31C0}" dt="2024-10-26T16:59:33.243" v="4419" actId="1076"/>
          <ac:spMkLst>
            <pc:docMk/>
            <pc:sldMk cId="2924180785" sldId="275"/>
            <ac:spMk id="14" creationId="{289075AD-20A6-C36C-E964-EAE2429C3F5E}"/>
          </ac:spMkLst>
        </pc:spChg>
        <pc:spChg chg="add mod">
          <ac:chgData name="김현의" userId="cdc92b9d-c30e-4a55-86d2-6d0cf9507a66" providerId="ADAL" clId="{B4A9E4C7-0B39-4518-8286-B6B997BF31C0}" dt="2024-10-26T16:54:44.275" v="4282" actId="1076"/>
          <ac:spMkLst>
            <pc:docMk/>
            <pc:sldMk cId="2924180785" sldId="275"/>
            <ac:spMk id="18" creationId="{9A5C0912-E1B9-FDB9-725B-C574333DB5E6}"/>
          </ac:spMkLst>
        </pc:spChg>
        <pc:spChg chg="del">
          <ac:chgData name="김현의" userId="cdc92b9d-c30e-4a55-86d2-6d0cf9507a66" providerId="ADAL" clId="{B4A9E4C7-0B39-4518-8286-B6B997BF31C0}" dt="2024-10-26T16:50:29.079" v="4178" actId="478"/>
          <ac:spMkLst>
            <pc:docMk/>
            <pc:sldMk cId="2924180785" sldId="275"/>
            <ac:spMk id="20" creationId="{327FA547-336F-B486-D6E4-FF41B560FE46}"/>
          </ac:spMkLst>
        </pc:spChg>
        <pc:spChg chg="add mod">
          <ac:chgData name="김현의" userId="cdc92b9d-c30e-4a55-86d2-6d0cf9507a66" providerId="ADAL" clId="{B4A9E4C7-0B39-4518-8286-B6B997BF31C0}" dt="2024-10-26T16:59:02.557" v="4409" actId="1076"/>
          <ac:spMkLst>
            <pc:docMk/>
            <pc:sldMk cId="2924180785" sldId="275"/>
            <ac:spMk id="22" creationId="{3C21CC43-F4CA-BE6E-F75C-B99D786F64BE}"/>
          </ac:spMkLst>
        </pc:spChg>
        <pc:spChg chg="add mod">
          <ac:chgData name="김현의" userId="cdc92b9d-c30e-4a55-86d2-6d0cf9507a66" providerId="ADAL" clId="{B4A9E4C7-0B39-4518-8286-B6B997BF31C0}" dt="2024-10-26T17:05:02.935" v="4850" actId="1076"/>
          <ac:spMkLst>
            <pc:docMk/>
            <pc:sldMk cId="2924180785" sldId="275"/>
            <ac:spMk id="23" creationId="{C0F464DA-85DE-57C6-1C5D-8FFB60E5F337}"/>
          </ac:spMkLst>
        </pc:spChg>
        <pc:spChg chg="del">
          <ac:chgData name="김현의" userId="cdc92b9d-c30e-4a55-86d2-6d0cf9507a66" providerId="ADAL" clId="{B4A9E4C7-0B39-4518-8286-B6B997BF31C0}" dt="2024-10-26T16:50:28.594" v="4177" actId="478"/>
          <ac:spMkLst>
            <pc:docMk/>
            <pc:sldMk cId="2924180785" sldId="275"/>
            <ac:spMk id="24" creationId="{9DF30063-4093-3188-D7CE-99E015E0903F}"/>
          </ac:spMkLst>
        </pc:spChg>
        <pc:picChg chg="del">
          <ac:chgData name="김현의" userId="cdc92b9d-c30e-4a55-86d2-6d0cf9507a66" providerId="ADAL" clId="{B4A9E4C7-0B39-4518-8286-B6B997BF31C0}" dt="2024-10-26T16:50:28.594" v="4177" actId="478"/>
          <ac:picMkLst>
            <pc:docMk/>
            <pc:sldMk cId="2924180785" sldId="275"/>
            <ac:picMk id="13" creationId="{390C9896-C51A-A2F5-BE89-CA869F7297B7}"/>
          </ac:picMkLst>
        </pc:picChg>
        <pc:picChg chg="del">
          <ac:chgData name="김현의" userId="cdc92b9d-c30e-4a55-86d2-6d0cf9507a66" providerId="ADAL" clId="{B4A9E4C7-0B39-4518-8286-B6B997BF31C0}" dt="2024-10-26T16:50:29.604" v="4179" actId="478"/>
          <ac:picMkLst>
            <pc:docMk/>
            <pc:sldMk cId="2924180785" sldId="275"/>
            <ac:picMk id="17" creationId="{4AA25394-3B5E-0BA8-A8C0-8C162C202423}"/>
          </ac:picMkLst>
        </pc:picChg>
        <pc:picChg chg="add mod">
          <ac:chgData name="김현의" userId="cdc92b9d-c30e-4a55-86d2-6d0cf9507a66" providerId="ADAL" clId="{B4A9E4C7-0B39-4518-8286-B6B997BF31C0}" dt="2024-10-26T16:54:42.116" v="4281" actId="1076"/>
          <ac:picMkLst>
            <pc:docMk/>
            <pc:sldMk cId="2924180785" sldId="275"/>
            <ac:picMk id="21" creationId="{903DACFB-CF8B-7DFD-9EFF-B535E16EE961}"/>
          </ac:picMkLst>
        </pc:picChg>
        <pc:picChg chg="add del mod">
          <ac:chgData name="김현의" userId="cdc92b9d-c30e-4a55-86d2-6d0cf9507a66" providerId="ADAL" clId="{B4A9E4C7-0B39-4518-8286-B6B997BF31C0}" dt="2024-10-26T16:58:57.774" v="4408" actId="478"/>
          <ac:picMkLst>
            <pc:docMk/>
            <pc:sldMk cId="2924180785" sldId="275"/>
            <ac:picMk id="6146" creationId="{C4325794-4B4A-0A06-93D1-287A5A30E40C}"/>
          </ac:picMkLst>
        </pc:picChg>
        <pc:picChg chg="add mod">
          <ac:chgData name="김현의" userId="cdc92b9d-c30e-4a55-86d2-6d0cf9507a66" providerId="ADAL" clId="{B4A9E4C7-0B39-4518-8286-B6B997BF31C0}" dt="2024-10-26T16:59:40.615" v="4420" actId="14861"/>
          <ac:picMkLst>
            <pc:docMk/>
            <pc:sldMk cId="2924180785" sldId="275"/>
            <ac:picMk id="6148" creationId="{AD12FD50-7D22-59ED-DD5C-A5A432CC3473}"/>
          </ac:picMkLst>
        </pc:picChg>
      </pc:sldChg>
      <pc:sldChg chg="addSp delSp modSp add del mod setBg">
        <pc:chgData name="김현의" userId="cdc92b9d-c30e-4a55-86d2-6d0cf9507a66" providerId="ADAL" clId="{B4A9E4C7-0B39-4518-8286-B6B997BF31C0}" dt="2024-10-26T18:09:45.933" v="6730" actId="47"/>
        <pc:sldMkLst>
          <pc:docMk/>
          <pc:sldMk cId="2578254610" sldId="276"/>
        </pc:sldMkLst>
        <pc:spChg chg="del mod">
          <ac:chgData name="김현의" userId="cdc92b9d-c30e-4a55-86d2-6d0cf9507a66" providerId="ADAL" clId="{B4A9E4C7-0B39-4518-8286-B6B997BF31C0}" dt="2024-10-26T17:20:46.184" v="5266" actId="478"/>
          <ac:spMkLst>
            <pc:docMk/>
            <pc:sldMk cId="2578254610" sldId="276"/>
            <ac:spMk id="4" creationId="{DBB038C5-0BDC-666B-140E-FD18311963ED}"/>
          </ac:spMkLst>
        </pc:spChg>
        <pc:spChg chg="mod">
          <ac:chgData name="김현의" userId="cdc92b9d-c30e-4a55-86d2-6d0cf9507a66" providerId="ADAL" clId="{B4A9E4C7-0B39-4518-8286-B6B997BF31C0}" dt="2024-10-26T17:20:34.319" v="5263" actId="20577"/>
          <ac:spMkLst>
            <pc:docMk/>
            <pc:sldMk cId="2578254610" sldId="276"/>
            <ac:spMk id="6" creationId="{389CF505-ED1E-63DB-E6C3-B973BCEAF23F}"/>
          </ac:spMkLst>
        </pc:spChg>
        <pc:spChg chg="del">
          <ac:chgData name="김현의" userId="cdc92b9d-c30e-4a55-86d2-6d0cf9507a66" providerId="ADAL" clId="{B4A9E4C7-0B39-4518-8286-B6B997BF31C0}" dt="2024-10-26T17:20:46.718" v="5267" actId="478"/>
          <ac:spMkLst>
            <pc:docMk/>
            <pc:sldMk cId="2578254610" sldId="276"/>
            <ac:spMk id="13" creationId="{95702ABE-B883-3AEF-FE45-360011010579}"/>
          </ac:spMkLst>
        </pc:spChg>
        <pc:spChg chg="add del mod">
          <ac:chgData name="김현의" userId="cdc92b9d-c30e-4a55-86d2-6d0cf9507a66" providerId="ADAL" clId="{B4A9E4C7-0B39-4518-8286-B6B997BF31C0}" dt="2024-10-26T17:21:13.303" v="5322" actId="478"/>
          <ac:spMkLst>
            <pc:docMk/>
            <pc:sldMk cId="2578254610" sldId="276"/>
            <ac:spMk id="17" creationId="{A21A2C7B-80F2-3530-CDF0-8BF53C3D67EE}"/>
          </ac:spMkLst>
        </pc:spChg>
        <pc:spChg chg="add del mod">
          <ac:chgData name="김현의" userId="cdc92b9d-c30e-4a55-86d2-6d0cf9507a66" providerId="ADAL" clId="{B4A9E4C7-0B39-4518-8286-B6B997BF31C0}" dt="2024-10-26T17:45:42.817" v="5904" actId="14100"/>
          <ac:spMkLst>
            <pc:docMk/>
            <pc:sldMk cId="2578254610" sldId="276"/>
            <ac:spMk id="18" creationId="{E693EA1A-1F15-D9F0-6B8B-21473D11AC02}"/>
          </ac:spMkLst>
        </pc:spChg>
        <pc:spChg chg="add del mod">
          <ac:chgData name="김현의" userId="cdc92b9d-c30e-4a55-86d2-6d0cf9507a66" providerId="ADAL" clId="{B4A9E4C7-0B39-4518-8286-B6B997BF31C0}" dt="2024-10-26T17:45:47.873" v="5905" actId="1076"/>
          <ac:spMkLst>
            <pc:docMk/>
            <pc:sldMk cId="2578254610" sldId="276"/>
            <ac:spMk id="19" creationId="{405B2D55-9A20-4C67-C484-A5F84E332BAC}"/>
          </ac:spMkLst>
        </pc:spChg>
        <pc:spChg chg="add mod">
          <ac:chgData name="김현의" userId="cdc92b9d-c30e-4a55-86d2-6d0cf9507a66" providerId="ADAL" clId="{B4A9E4C7-0B39-4518-8286-B6B997BF31C0}" dt="2024-10-26T17:21:29.588" v="5372" actId="1076"/>
          <ac:spMkLst>
            <pc:docMk/>
            <pc:sldMk cId="2578254610" sldId="276"/>
            <ac:spMk id="20" creationId="{1A819E50-1301-11A2-77E4-EFB61AB3667D}"/>
          </ac:spMkLst>
        </pc:spChg>
        <pc:spChg chg="add mod">
          <ac:chgData name="김현의" userId="cdc92b9d-c30e-4a55-86d2-6d0cf9507a66" providerId="ADAL" clId="{B4A9E4C7-0B39-4518-8286-B6B997BF31C0}" dt="2024-10-26T17:21:31.548" v="5373" actId="1076"/>
          <ac:spMkLst>
            <pc:docMk/>
            <pc:sldMk cId="2578254610" sldId="276"/>
            <ac:spMk id="22" creationId="{729A51EB-2B65-D5D3-34D1-37B03D87D349}"/>
          </ac:spMkLst>
        </pc:spChg>
        <pc:spChg chg="add mod">
          <ac:chgData name="김현의" userId="cdc92b9d-c30e-4a55-86d2-6d0cf9507a66" providerId="ADAL" clId="{B4A9E4C7-0B39-4518-8286-B6B997BF31C0}" dt="2024-10-26T18:04:29.491" v="6598" actId="1076"/>
          <ac:spMkLst>
            <pc:docMk/>
            <pc:sldMk cId="2578254610" sldId="276"/>
            <ac:spMk id="23" creationId="{FC77D161-EDC4-CE97-ADB1-F21FC0A9161D}"/>
          </ac:spMkLst>
        </pc:spChg>
        <pc:spChg chg="add mod">
          <ac:chgData name="김현의" userId="cdc92b9d-c30e-4a55-86d2-6d0cf9507a66" providerId="ADAL" clId="{B4A9E4C7-0B39-4518-8286-B6B997BF31C0}" dt="2024-10-26T17:23:32.428" v="5375" actId="1076"/>
          <ac:spMkLst>
            <pc:docMk/>
            <pc:sldMk cId="2578254610" sldId="276"/>
            <ac:spMk id="25" creationId="{34765CFD-7A86-D8D0-E371-34FEB7013550}"/>
          </ac:spMkLst>
        </pc:spChg>
        <pc:grpChg chg="del">
          <ac:chgData name="김현의" userId="cdc92b9d-c30e-4a55-86d2-6d0cf9507a66" providerId="ADAL" clId="{B4A9E4C7-0B39-4518-8286-B6B997BF31C0}" dt="2024-10-26T17:19:59.136" v="5253" actId="478"/>
          <ac:grpSpMkLst>
            <pc:docMk/>
            <pc:sldMk cId="2578254610" sldId="276"/>
            <ac:grpSpMk id="31" creationId="{E7E8EB88-EF14-984F-E15A-5C3935B11042}"/>
          </ac:grpSpMkLst>
        </pc:grpChg>
        <pc:picChg chg="del">
          <ac:chgData name="김현의" userId="cdc92b9d-c30e-4a55-86d2-6d0cf9507a66" providerId="ADAL" clId="{B4A9E4C7-0B39-4518-8286-B6B997BF31C0}" dt="2024-10-26T17:19:57.565" v="5252" actId="478"/>
          <ac:picMkLst>
            <pc:docMk/>
            <pc:sldMk cId="2578254610" sldId="276"/>
            <ac:picMk id="8194" creationId="{76E710C6-4C6A-0313-9A8E-E2DCBF996784}"/>
          </ac:picMkLst>
        </pc:picChg>
        <pc:cxnChg chg="mod">
          <ac:chgData name="김현의" userId="cdc92b9d-c30e-4a55-86d2-6d0cf9507a66" providerId="ADAL" clId="{B4A9E4C7-0B39-4518-8286-B6B997BF31C0}" dt="2024-10-26T17:19:59.136" v="5253" actId="478"/>
          <ac:cxnSpMkLst>
            <pc:docMk/>
            <pc:sldMk cId="2578254610" sldId="276"/>
            <ac:cxnSpMk id="24" creationId="{52AB63F7-A4B8-B3FE-EC94-07A94B2FF49A}"/>
          </ac:cxnSpMkLst>
        </pc:cxnChg>
      </pc:sldChg>
      <pc:sldChg chg="addSp delSp modSp add del mod setBg modAnim">
        <pc:chgData name="김현의" userId="cdc92b9d-c30e-4a55-86d2-6d0cf9507a66" providerId="ADAL" clId="{B4A9E4C7-0B39-4518-8286-B6B997BF31C0}" dt="2024-10-26T17:51:54.319" v="5963" actId="47"/>
        <pc:sldMkLst>
          <pc:docMk/>
          <pc:sldMk cId="3097903156" sldId="277"/>
        </pc:sldMkLst>
        <pc:spChg chg="mod">
          <ac:chgData name="김현의" userId="cdc92b9d-c30e-4a55-86d2-6d0cf9507a66" providerId="ADAL" clId="{B4A9E4C7-0B39-4518-8286-B6B997BF31C0}" dt="2024-10-26T17:41:24.861" v="5869" actId="1076"/>
          <ac:spMkLst>
            <pc:docMk/>
            <pc:sldMk cId="3097903156" sldId="277"/>
            <ac:spMk id="14" creationId="{A1ED0A60-585C-1722-576B-893FCCE855CA}"/>
          </ac:spMkLst>
        </pc:spChg>
        <pc:spChg chg="mod">
          <ac:chgData name="김현의" userId="cdc92b9d-c30e-4a55-86d2-6d0cf9507a66" providerId="ADAL" clId="{B4A9E4C7-0B39-4518-8286-B6B997BF31C0}" dt="2024-10-26T17:42:54.473" v="5885" actId="1076"/>
          <ac:spMkLst>
            <pc:docMk/>
            <pc:sldMk cId="3097903156" sldId="277"/>
            <ac:spMk id="28" creationId="{912F4A94-A8D8-A690-6989-352D551A8E23}"/>
          </ac:spMkLst>
        </pc:spChg>
        <pc:spChg chg="mod">
          <ac:chgData name="김현의" userId="cdc92b9d-c30e-4a55-86d2-6d0cf9507a66" providerId="ADAL" clId="{B4A9E4C7-0B39-4518-8286-B6B997BF31C0}" dt="2024-10-26T17:42:54.473" v="5885" actId="1076"/>
          <ac:spMkLst>
            <pc:docMk/>
            <pc:sldMk cId="3097903156" sldId="277"/>
            <ac:spMk id="32" creationId="{E01977BF-0608-AFC1-D3C2-5EED35953FB1}"/>
          </ac:spMkLst>
        </pc:spChg>
        <pc:spChg chg="mod">
          <ac:chgData name="김현의" userId="cdc92b9d-c30e-4a55-86d2-6d0cf9507a66" providerId="ADAL" clId="{B4A9E4C7-0B39-4518-8286-B6B997BF31C0}" dt="2024-10-26T17:41:24.861" v="5869" actId="1076"/>
          <ac:spMkLst>
            <pc:docMk/>
            <pc:sldMk cId="3097903156" sldId="277"/>
            <ac:spMk id="34" creationId="{8CC3ABFC-0EAC-C989-6687-9A1710D32966}"/>
          </ac:spMkLst>
        </pc:spChg>
        <pc:spChg chg="mod">
          <ac:chgData name="김현의" userId="cdc92b9d-c30e-4a55-86d2-6d0cf9507a66" providerId="ADAL" clId="{B4A9E4C7-0B39-4518-8286-B6B997BF31C0}" dt="2024-10-26T17:41:24.861" v="5869" actId="1076"/>
          <ac:spMkLst>
            <pc:docMk/>
            <pc:sldMk cId="3097903156" sldId="277"/>
            <ac:spMk id="41" creationId="{82F515F7-A3E9-346E-5B2C-795BD3F37260}"/>
          </ac:spMkLst>
        </pc:spChg>
        <pc:spChg chg="mod">
          <ac:chgData name="김현의" userId="cdc92b9d-c30e-4a55-86d2-6d0cf9507a66" providerId="ADAL" clId="{B4A9E4C7-0B39-4518-8286-B6B997BF31C0}" dt="2024-10-26T17:41:24.861" v="5869" actId="1076"/>
          <ac:spMkLst>
            <pc:docMk/>
            <pc:sldMk cId="3097903156" sldId="277"/>
            <ac:spMk id="46" creationId="{2E91D4DC-DDA9-7A1B-7200-506122BA2A2D}"/>
          </ac:spMkLst>
        </pc:spChg>
        <pc:spChg chg="mod">
          <ac:chgData name="김현의" userId="cdc92b9d-c30e-4a55-86d2-6d0cf9507a66" providerId="ADAL" clId="{B4A9E4C7-0B39-4518-8286-B6B997BF31C0}" dt="2024-10-26T17:41:24.861" v="5869" actId="1076"/>
          <ac:spMkLst>
            <pc:docMk/>
            <pc:sldMk cId="3097903156" sldId="277"/>
            <ac:spMk id="51" creationId="{E34C537D-C4FC-E851-8402-34570DBE021F}"/>
          </ac:spMkLst>
        </pc:spChg>
        <pc:spChg chg="mod">
          <ac:chgData name="김현의" userId="cdc92b9d-c30e-4a55-86d2-6d0cf9507a66" providerId="ADAL" clId="{B4A9E4C7-0B39-4518-8286-B6B997BF31C0}" dt="2024-10-26T17:41:24.861" v="5869" actId="1076"/>
          <ac:spMkLst>
            <pc:docMk/>
            <pc:sldMk cId="3097903156" sldId="277"/>
            <ac:spMk id="55" creationId="{9940A87E-9B1A-8E87-B925-5E922F58A3A6}"/>
          </ac:spMkLst>
        </pc:spChg>
        <pc:spChg chg="mod">
          <ac:chgData name="김현의" userId="cdc92b9d-c30e-4a55-86d2-6d0cf9507a66" providerId="ADAL" clId="{B4A9E4C7-0B39-4518-8286-B6B997BF31C0}" dt="2024-10-26T17:41:24.861" v="5869" actId="1076"/>
          <ac:spMkLst>
            <pc:docMk/>
            <pc:sldMk cId="3097903156" sldId="277"/>
            <ac:spMk id="59" creationId="{5E368E20-F26B-FB2C-F987-D4333ACFD49B}"/>
          </ac:spMkLst>
        </pc:spChg>
        <pc:spChg chg="mod">
          <ac:chgData name="김현의" userId="cdc92b9d-c30e-4a55-86d2-6d0cf9507a66" providerId="ADAL" clId="{B4A9E4C7-0B39-4518-8286-B6B997BF31C0}" dt="2024-10-26T17:42:54.473" v="5885" actId="1076"/>
          <ac:spMkLst>
            <pc:docMk/>
            <pc:sldMk cId="3097903156" sldId="277"/>
            <ac:spMk id="60" creationId="{9A891C62-2B64-9226-8D3E-64ED34D9F020}"/>
          </ac:spMkLst>
        </pc:spChg>
        <pc:spChg chg="mod">
          <ac:chgData name="김현의" userId="cdc92b9d-c30e-4a55-86d2-6d0cf9507a66" providerId="ADAL" clId="{B4A9E4C7-0B39-4518-8286-B6B997BF31C0}" dt="2024-10-26T17:48:24.430" v="5944" actId="1076"/>
          <ac:spMkLst>
            <pc:docMk/>
            <pc:sldMk cId="3097903156" sldId="277"/>
            <ac:spMk id="63" creationId="{A1F8DA54-75D4-EDAB-FA32-99C904182F5B}"/>
          </ac:spMkLst>
        </pc:spChg>
        <pc:spChg chg="mod">
          <ac:chgData name="김현의" userId="cdc92b9d-c30e-4a55-86d2-6d0cf9507a66" providerId="ADAL" clId="{B4A9E4C7-0B39-4518-8286-B6B997BF31C0}" dt="2024-10-26T17:42:54.473" v="5885" actId="1076"/>
          <ac:spMkLst>
            <pc:docMk/>
            <pc:sldMk cId="3097903156" sldId="277"/>
            <ac:spMk id="8195" creationId="{6CC5D642-E9CE-5ED0-7699-37EC496B1F6A}"/>
          </ac:spMkLst>
        </pc:spChg>
        <pc:spChg chg="mod">
          <ac:chgData name="김현의" userId="cdc92b9d-c30e-4a55-86d2-6d0cf9507a66" providerId="ADAL" clId="{B4A9E4C7-0B39-4518-8286-B6B997BF31C0}" dt="2024-10-26T17:42:54.473" v="5885" actId="1076"/>
          <ac:spMkLst>
            <pc:docMk/>
            <pc:sldMk cId="3097903156" sldId="277"/>
            <ac:spMk id="8199" creationId="{68F19CDC-7B48-8C72-E77F-7090E19777C2}"/>
          </ac:spMkLst>
        </pc:spChg>
        <pc:spChg chg="mod">
          <ac:chgData name="김현의" userId="cdc92b9d-c30e-4a55-86d2-6d0cf9507a66" providerId="ADAL" clId="{B4A9E4C7-0B39-4518-8286-B6B997BF31C0}" dt="2024-10-26T17:42:54.473" v="5885" actId="1076"/>
          <ac:spMkLst>
            <pc:docMk/>
            <pc:sldMk cId="3097903156" sldId="277"/>
            <ac:spMk id="8203" creationId="{6F7A768D-A157-692E-EA60-0C139EAAF58D}"/>
          </ac:spMkLst>
        </pc:spChg>
        <pc:grpChg chg="add mod">
          <ac:chgData name="김현의" userId="cdc92b9d-c30e-4a55-86d2-6d0cf9507a66" providerId="ADAL" clId="{B4A9E4C7-0B39-4518-8286-B6B997BF31C0}" dt="2024-10-26T17:42:54.473" v="5885" actId="1076"/>
          <ac:grpSpMkLst>
            <pc:docMk/>
            <pc:sldMk cId="3097903156" sldId="277"/>
            <ac:grpSpMk id="17" creationId="{3BAB51B9-6E78-E356-4AEA-F12941453EE8}"/>
          </ac:grpSpMkLst>
        </pc:grpChg>
        <pc:grpChg chg="mod">
          <ac:chgData name="김현의" userId="cdc92b9d-c30e-4a55-86d2-6d0cf9507a66" providerId="ADAL" clId="{B4A9E4C7-0B39-4518-8286-B6B997BF31C0}" dt="2024-10-26T17:42:54.473" v="5885" actId="1076"/>
          <ac:grpSpMkLst>
            <pc:docMk/>
            <pc:sldMk cId="3097903156" sldId="277"/>
            <ac:grpSpMk id="18" creationId="{05BFBA4A-7976-2AFC-832F-D1A82C1F06E9}"/>
          </ac:grpSpMkLst>
        </pc:grpChg>
        <pc:grpChg chg="mod">
          <ac:chgData name="김현의" userId="cdc92b9d-c30e-4a55-86d2-6d0cf9507a66" providerId="ADAL" clId="{B4A9E4C7-0B39-4518-8286-B6B997BF31C0}" dt="2024-10-26T17:42:54.473" v="5885" actId="1076"/>
          <ac:grpSpMkLst>
            <pc:docMk/>
            <pc:sldMk cId="3097903156" sldId="277"/>
            <ac:grpSpMk id="19" creationId="{6629ECC8-C129-4EFF-61F9-9216928CA2FB}"/>
          </ac:grpSpMkLst>
        </pc:grpChg>
        <pc:grpChg chg="mod">
          <ac:chgData name="김현의" userId="cdc92b9d-c30e-4a55-86d2-6d0cf9507a66" providerId="ADAL" clId="{B4A9E4C7-0B39-4518-8286-B6B997BF31C0}" dt="2024-10-26T17:42:54.473" v="5885" actId="1076"/>
          <ac:grpSpMkLst>
            <pc:docMk/>
            <pc:sldMk cId="3097903156" sldId="277"/>
            <ac:grpSpMk id="20" creationId="{3F5B1D45-4CEF-8E8C-533A-1F3477AA9EBB}"/>
          </ac:grpSpMkLst>
        </pc:grpChg>
        <pc:grpChg chg="mod">
          <ac:chgData name="김현의" userId="cdc92b9d-c30e-4a55-86d2-6d0cf9507a66" providerId="ADAL" clId="{B4A9E4C7-0B39-4518-8286-B6B997BF31C0}" dt="2024-10-26T17:42:54.473" v="5885" actId="1076"/>
          <ac:grpSpMkLst>
            <pc:docMk/>
            <pc:sldMk cId="3097903156" sldId="277"/>
            <ac:grpSpMk id="22" creationId="{EC69A3E2-74F4-7281-0B2A-C2200B57F5CC}"/>
          </ac:grpSpMkLst>
        </pc:grpChg>
        <pc:grpChg chg="mod">
          <ac:chgData name="김현의" userId="cdc92b9d-c30e-4a55-86d2-6d0cf9507a66" providerId="ADAL" clId="{B4A9E4C7-0B39-4518-8286-B6B997BF31C0}" dt="2024-10-26T17:42:54.473" v="5885" actId="1076"/>
          <ac:grpSpMkLst>
            <pc:docMk/>
            <pc:sldMk cId="3097903156" sldId="277"/>
            <ac:grpSpMk id="23" creationId="{01DFD9AA-0E3B-2A3B-3445-04F9DC6CA8D8}"/>
          </ac:grpSpMkLst>
        </pc:grpChg>
        <pc:grpChg chg="mod">
          <ac:chgData name="김현의" userId="cdc92b9d-c30e-4a55-86d2-6d0cf9507a66" providerId="ADAL" clId="{B4A9E4C7-0B39-4518-8286-B6B997BF31C0}" dt="2024-10-26T17:42:54.473" v="5885" actId="1076"/>
          <ac:grpSpMkLst>
            <pc:docMk/>
            <pc:sldMk cId="3097903156" sldId="277"/>
            <ac:grpSpMk id="25" creationId="{330B50AA-34BB-6473-F1B3-564B8E063BD8}"/>
          </ac:grpSpMkLst>
        </pc:grpChg>
        <pc:grpChg chg="mod">
          <ac:chgData name="김현의" userId="cdc92b9d-c30e-4a55-86d2-6d0cf9507a66" providerId="ADAL" clId="{B4A9E4C7-0B39-4518-8286-B6B997BF31C0}" dt="2024-10-26T17:41:24.861" v="5869" actId="1076"/>
          <ac:grpSpMkLst>
            <pc:docMk/>
            <pc:sldMk cId="3097903156" sldId="277"/>
            <ac:grpSpMk id="31" creationId="{C748198B-2D43-BACB-7A51-A286B9A21B5E}"/>
          </ac:grpSpMkLst>
        </pc:grpChg>
        <pc:grpChg chg="mod">
          <ac:chgData name="김현의" userId="cdc92b9d-c30e-4a55-86d2-6d0cf9507a66" providerId="ADAL" clId="{B4A9E4C7-0B39-4518-8286-B6B997BF31C0}" dt="2024-10-26T17:41:24.861" v="5869" actId="1076"/>
          <ac:grpSpMkLst>
            <pc:docMk/>
            <pc:sldMk cId="3097903156" sldId="277"/>
            <ac:grpSpMk id="33" creationId="{7178DFEF-E2CF-F6EB-9585-85852EF0849A}"/>
          </ac:grpSpMkLst>
        </pc:grpChg>
        <pc:grpChg chg="mod">
          <ac:chgData name="김현의" userId="cdc92b9d-c30e-4a55-86d2-6d0cf9507a66" providerId="ADAL" clId="{B4A9E4C7-0B39-4518-8286-B6B997BF31C0}" dt="2024-10-26T17:41:24.861" v="5869" actId="1076"/>
          <ac:grpSpMkLst>
            <pc:docMk/>
            <pc:sldMk cId="3097903156" sldId="277"/>
            <ac:grpSpMk id="42" creationId="{743536C7-8978-E3B2-109D-8B5F1BE99614}"/>
          </ac:grpSpMkLst>
        </pc:grpChg>
        <pc:grpChg chg="mod">
          <ac:chgData name="김현의" userId="cdc92b9d-c30e-4a55-86d2-6d0cf9507a66" providerId="ADAL" clId="{B4A9E4C7-0B39-4518-8286-B6B997BF31C0}" dt="2024-10-26T17:41:24.861" v="5869" actId="1076"/>
          <ac:grpSpMkLst>
            <pc:docMk/>
            <pc:sldMk cId="3097903156" sldId="277"/>
            <ac:grpSpMk id="43" creationId="{41938513-9CD0-75EA-BEB1-5B74EC509170}"/>
          </ac:grpSpMkLst>
        </pc:grpChg>
        <pc:grpChg chg="mod">
          <ac:chgData name="김현의" userId="cdc92b9d-c30e-4a55-86d2-6d0cf9507a66" providerId="ADAL" clId="{B4A9E4C7-0B39-4518-8286-B6B997BF31C0}" dt="2024-10-26T17:41:24.861" v="5869" actId="1076"/>
          <ac:grpSpMkLst>
            <pc:docMk/>
            <pc:sldMk cId="3097903156" sldId="277"/>
            <ac:grpSpMk id="47" creationId="{5971097C-40BB-C7F0-2DAF-AC2E0AA75C99}"/>
          </ac:grpSpMkLst>
        </pc:grpChg>
        <pc:grpChg chg="mod">
          <ac:chgData name="김현의" userId="cdc92b9d-c30e-4a55-86d2-6d0cf9507a66" providerId="ADAL" clId="{B4A9E4C7-0B39-4518-8286-B6B997BF31C0}" dt="2024-10-26T17:41:24.861" v="5869" actId="1076"/>
          <ac:grpSpMkLst>
            <pc:docMk/>
            <pc:sldMk cId="3097903156" sldId="277"/>
            <ac:grpSpMk id="48" creationId="{1700264C-1E56-D900-7B64-6C0B228FDFC1}"/>
          </ac:grpSpMkLst>
        </pc:grpChg>
        <pc:grpChg chg="mod">
          <ac:chgData name="김현의" userId="cdc92b9d-c30e-4a55-86d2-6d0cf9507a66" providerId="ADAL" clId="{B4A9E4C7-0B39-4518-8286-B6B997BF31C0}" dt="2024-10-26T17:41:24.861" v="5869" actId="1076"/>
          <ac:grpSpMkLst>
            <pc:docMk/>
            <pc:sldMk cId="3097903156" sldId="277"/>
            <ac:grpSpMk id="52" creationId="{C8DE4599-23AC-2034-42A6-7E1AC30F8EE9}"/>
          </ac:grpSpMkLst>
        </pc:grpChg>
        <pc:grpChg chg="mod">
          <ac:chgData name="김현의" userId="cdc92b9d-c30e-4a55-86d2-6d0cf9507a66" providerId="ADAL" clId="{B4A9E4C7-0B39-4518-8286-B6B997BF31C0}" dt="2024-10-26T17:41:24.861" v="5869" actId="1076"/>
          <ac:grpSpMkLst>
            <pc:docMk/>
            <pc:sldMk cId="3097903156" sldId="277"/>
            <ac:grpSpMk id="56" creationId="{7C16BBC7-47A0-B3B8-A7B4-8D49EC917626}"/>
          </ac:grpSpMkLst>
        </pc:grpChg>
        <pc:grpChg chg="mod">
          <ac:chgData name="김현의" userId="cdc92b9d-c30e-4a55-86d2-6d0cf9507a66" providerId="ADAL" clId="{B4A9E4C7-0B39-4518-8286-B6B997BF31C0}" dt="2024-10-26T17:42:54.473" v="5885" actId="1076"/>
          <ac:grpSpMkLst>
            <pc:docMk/>
            <pc:sldMk cId="3097903156" sldId="277"/>
            <ac:grpSpMk id="8197" creationId="{512C96A3-93C0-0B70-6BE3-D0C664AEF2A7}"/>
          </ac:grpSpMkLst>
        </pc:grpChg>
        <pc:grpChg chg="mod">
          <ac:chgData name="김현의" userId="cdc92b9d-c30e-4a55-86d2-6d0cf9507a66" providerId="ADAL" clId="{B4A9E4C7-0B39-4518-8286-B6B997BF31C0}" dt="2024-10-26T17:42:54.473" v="5885" actId="1076"/>
          <ac:grpSpMkLst>
            <pc:docMk/>
            <pc:sldMk cId="3097903156" sldId="277"/>
            <ac:grpSpMk id="8198" creationId="{92E7920A-BDE5-8C56-D1EC-7BA6683C81AA}"/>
          </ac:grpSpMkLst>
        </pc:grpChg>
        <pc:grpChg chg="del mod">
          <ac:chgData name="김현의" userId="cdc92b9d-c30e-4a55-86d2-6d0cf9507a66" providerId="ADAL" clId="{B4A9E4C7-0B39-4518-8286-B6B997BF31C0}" dt="2024-10-26T17:42:26.597" v="5881" actId="478"/>
          <ac:grpSpMkLst>
            <pc:docMk/>
            <pc:sldMk cId="3097903156" sldId="277"/>
            <ac:grpSpMk id="8201" creationId="{4220A897-D897-2EA0-3448-CDB1A53DAEE4}"/>
          </ac:grpSpMkLst>
        </pc:grpChg>
        <pc:picChg chg="mod">
          <ac:chgData name="김현의" userId="cdc92b9d-c30e-4a55-86d2-6d0cf9507a66" providerId="ADAL" clId="{B4A9E4C7-0B39-4518-8286-B6B997BF31C0}" dt="2024-10-26T17:41:24.861" v="5869" actId="1076"/>
          <ac:picMkLst>
            <pc:docMk/>
            <pc:sldMk cId="3097903156" sldId="277"/>
            <ac:picMk id="8194" creationId="{15BED28F-E643-4514-8B02-BA0373035517}"/>
          </ac:picMkLst>
        </pc:picChg>
        <pc:picChg chg="mod">
          <ac:chgData name="김현의" userId="cdc92b9d-c30e-4a55-86d2-6d0cf9507a66" providerId="ADAL" clId="{B4A9E4C7-0B39-4518-8286-B6B997BF31C0}" dt="2024-10-26T17:42:54.473" v="5885" actId="1076"/>
          <ac:picMkLst>
            <pc:docMk/>
            <pc:sldMk cId="3097903156" sldId="277"/>
            <ac:picMk id="8196" creationId="{136A4520-8A1E-2F1D-5D5D-48D343EE03BD}"/>
          </ac:picMkLst>
        </pc:pic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21" creationId="{A7EF7917-2A2B-06DC-E699-A402566431F6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24" creationId="{17123C9E-C9D9-C527-C745-A618C75943FB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26" creationId="{AC129247-8D54-889C-B558-389553CF8AF2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27" creationId="{F8D41BAE-0831-C048-29DF-0D7A07E74A01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29" creationId="{81C26196-690C-CB32-B8D1-D8EF1124CB4C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30" creationId="{59656835-E341-830C-4261-D6EF12B1D903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35" creationId="{1FFF868D-4A51-951C-5286-CCDB6F8D7B12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36" creationId="{88D7F2BF-061A-9901-24FE-A38014CA3E9E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37" creationId="{4A92E02B-33BC-5A0A-5EC2-B3D601B1663B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38" creationId="{2D809222-E3FA-4E77-A201-5057688DC019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39" creationId="{D965D4F6-16F3-CCE8-AD96-7711A9093906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40" creationId="{F655B17C-F6D3-843E-771C-4B3B1FD3DAFB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44" creationId="{735E8946-5CC7-9DAE-27CF-9864BAF05B24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45" creationId="{00111DCF-2FF0-1C60-96BA-0BC3D8575757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49" creationId="{7302C955-12C3-7BE8-2BE7-A6AFDF88FE22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50" creationId="{0EDDC550-494E-6904-09C0-B4F7B8F5E766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53" creationId="{0327D705-4DB8-9BA2-C887-81B81228FBD7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54" creationId="{B928A04F-AFA0-D884-D8A8-ABF65588319C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57" creationId="{E780CEDE-BCA9-A6F8-C0A9-5E66EE3A5EF9}"/>
          </ac:cxnSpMkLst>
        </pc:cxnChg>
        <pc:cxnChg chg="mod">
          <ac:chgData name="김현의" userId="cdc92b9d-c30e-4a55-86d2-6d0cf9507a66" providerId="ADAL" clId="{B4A9E4C7-0B39-4518-8286-B6B997BF31C0}" dt="2024-10-26T17:41:24.861" v="5869" actId="1076"/>
          <ac:cxnSpMkLst>
            <pc:docMk/>
            <pc:sldMk cId="3097903156" sldId="277"/>
            <ac:cxnSpMk id="58" creationId="{7E42DED8-3658-EADC-EB87-9362C15EBD9A}"/>
          </ac:cxnSpMkLst>
        </pc:cxnChg>
        <pc:cxnChg chg="mod">
          <ac:chgData name="김현의" userId="cdc92b9d-c30e-4a55-86d2-6d0cf9507a66" providerId="ADAL" clId="{B4A9E4C7-0B39-4518-8286-B6B997BF31C0}" dt="2024-10-26T17:48:16.360" v="5941" actId="1076"/>
          <ac:cxnSpMkLst>
            <pc:docMk/>
            <pc:sldMk cId="3097903156" sldId="277"/>
            <ac:cxnSpMk id="61" creationId="{46F7249F-2FC7-F78F-A56D-3D7091A5CAD0}"/>
          </ac:cxnSpMkLst>
        </pc:cxnChg>
        <pc:cxnChg chg="mod">
          <ac:chgData name="김현의" userId="cdc92b9d-c30e-4a55-86d2-6d0cf9507a66" providerId="ADAL" clId="{B4A9E4C7-0B39-4518-8286-B6B997BF31C0}" dt="2024-10-26T17:48:20.760" v="5943" actId="1076"/>
          <ac:cxnSpMkLst>
            <pc:docMk/>
            <pc:sldMk cId="3097903156" sldId="277"/>
            <ac:cxnSpMk id="62" creationId="{AE2BBE31-239E-9C9F-7CB9-A518A3061A7B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8192" creationId="{3FD126AA-937B-11A3-5E3B-600D64D4AFAE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8193" creationId="{26E491E0-0E07-0CFC-8C3E-A5DF22022FFE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8200" creationId="{9FE515CA-5A7A-4484-9DC1-2EB0A0B47C87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8202" creationId="{84606F32-66EA-BDC4-E76F-8290D06A011D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8204" creationId="{77E9DD88-9127-DAB6-5A00-724A63F72604}"/>
          </ac:cxnSpMkLst>
        </pc:cxnChg>
        <pc:cxnChg chg="mod">
          <ac:chgData name="김현의" userId="cdc92b9d-c30e-4a55-86d2-6d0cf9507a66" providerId="ADAL" clId="{B4A9E4C7-0B39-4518-8286-B6B997BF31C0}" dt="2024-10-26T17:42:54.473" v="5885" actId="1076"/>
          <ac:cxnSpMkLst>
            <pc:docMk/>
            <pc:sldMk cId="3097903156" sldId="277"/>
            <ac:cxnSpMk id="8205" creationId="{8977E4CA-F525-0BEC-B98C-F286AAFAA3BE}"/>
          </ac:cxnSpMkLst>
        </pc:cxnChg>
      </pc:sldChg>
      <pc:sldChg chg="addSp delSp modSp add setBg modAnim">
        <pc:chgData name="김현의" userId="cdc92b9d-c30e-4a55-86d2-6d0cf9507a66" providerId="ADAL" clId="{B4A9E4C7-0B39-4518-8286-B6B997BF31C0}" dt="2024-10-26T17:53:38.461" v="5978" actId="167"/>
        <pc:sldMkLst>
          <pc:docMk/>
          <pc:sldMk cId="808814148" sldId="278"/>
        </pc:sldMkLst>
        <pc:spChg chg="mod">
          <ac:chgData name="김현의" userId="cdc92b9d-c30e-4a55-86d2-6d0cf9507a66" providerId="ADAL" clId="{B4A9E4C7-0B39-4518-8286-B6B997BF31C0}" dt="2024-10-26T17:52:59.094" v="5974" actId="1076"/>
          <ac:spMkLst>
            <pc:docMk/>
            <pc:sldMk cId="808814148" sldId="278"/>
            <ac:spMk id="22" creationId="{DE9EE3EE-1A1D-AF0F-B034-EC430CB674AB}"/>
          </ac:spMkLst>
        </pc:spChg>
        <pc:spChg chg="mod">
          <ac:chgData name="김현의" userId="cdc92b9d-c30e-4a55-86d2-6d0cf9507a66" providerId="ADAL" clId="{B4A9E4C7-0B39-4518-8286-B6B997BF31C0}" dt="2024-10-26T17:52:59.094" v="5974" actId="1076"/>
          <ac:spMkLst>
            <pc:docMk/>
            <pc:sldMk cId="808814148" sldId="278"/>
            <ac:spMk id="32" creationId="{E2349A10-B05C-5C4E-5F52-7FDD9652AA0F}"/>
          </ac:spMkLst>
        </pc:spChg>
        <pc:spChg chg="mod">
          <ac:chgData name="김현의" userId="cdc92b9d-c30e-4a55-86d2-6d0cf9507a66" providerId="ADAL" clId="{B4A9E4C7-0B39-4518-8286-B6B997BF31C0}" dt="2024-10-26T17:52:59.094" v="5974" actId="1076"/>
          <ac:spMkLst>
            <pc:docMk/>
            <pc:sldMk cId="808814148" sldId="278"/>
            <ac:spMk id="43" creationId="{DDB09970-FECC-C7E5-368C-ACA023BAFB8B}"/>
          </ac:spMkLst>
        </pc:spChg>
        <pc:spChg chg="mod">
          <ac:chgData name="김현의" userId="cdc92b9d-c30e-4a55-86d2-6d0cf9507a66" providerId="ADAL" clId="{B4A9E4C7-0B39-4518-8286-B6B997BF31C0}" dt="2024-10-26T17:52:59.094" v="5974" actId="1076"/>
          <ac:spMkLst>
            <pc:docMk/>
            <pc:sldMk cId="808814148" sldId="278"/>
            <ac:spMk id="46" creationId="{3E5AA600-5444-050C-7896-C62C5826C517}"/>
          </ac:spMkLst>
        </pc:spChg>
        <pc:spChg chg="mod">
          <ac:chgData name="김현의" userId="cdc92b9d-c30e-4a55-86d2-6d0cf9507a66" providerId="ADAL" clId="{B4A9E4C7-0B39-4518-8286-B6B997BF31C0}" dt="2024-10-26T17:52:59.094" v="5974" actId="1076"/>
          <ac:spMkLst>
            <pc:docMk/>
            <pc:sldMk cId="808814148" sldId="278"/>
            <ac:spMk id="62" creationId="{1DCAE3C7-CB18-D69E-B41C-4DC6DA709F78}"/>
          </ac:spMkLst>
        </pc:spChg>
        <pc:spChg chg="mod">
          <ac:chgData name="김현의" userId="cdc92b9d-c30e-4a55-86d2-6d0cf9507a66" providerId="ADAL" clId="{B4A9E4C7-0B39-4518-8286-B6B997BF31C0}" dt="2024-10-26T17:52:59.094" v="5974" actId="1076"/>
          <ac:spMkLst>
            <pc:docMk/>
            <pc:sldMk cId="808814148" sldId="278"/>
            <ac:spMk id="8195" creationId="{9D5D6565-966E-8E96-FEBC-A9A37E97F516}"/>
          </ac:spMkLst>
        </pc:spChg>
        <pc:spChg chg="mod">
          <ac:chgData name="김현의" userId="cdc92b9d-c30e-4a55-86d2-6d0cf9507a66" providerId="ADAL" clId="{B4A9E4C7-0B39-4518-8286-B6B997BF31C0}" dt="2024-10-26T17:52:59.094" v="5974" actId="1076"/>
          <ac:spMkLst>
            <pc:docMk/>
            <pc:sldMk cId="808814148" sldId="278"/>
            <ac:spMk id="8198" creationId="{99F163A7-84BC-E21E-63F0-E6AD050A9DEA}"/>
          </ac:spMkLst>
        </pc:spChg>
        <pc:grpChg chg="add del mod">
          <ac:chgData name="김현의" userId="cdc92b9d-c30e-4a55-86d2-6d0cf9507a66" providerId="ADAL" clId="{B4A9E4C7-0B39-4518-8286-B6B997BF31C0}" dt="2024-10-26T17:53:38.461" v="5978" actId="167"/>
          <ac:grpSpMkLst>
            <pc:docMk/>
            <pc:sldMk cId="808814148" sldId="278"/>
            <ac:grpSpMk id="17" creationId="{038124AA-E7F1-A9AD-A33F-2E2AD3A5EDDD}"/>
          </ac:grpSpMkLst>
        </pc:grpChg>
        <pc:grpChg chg="mod">
          <ac:chgData name="김현의" userId="cdc92b9d-c30e-4a55-86d2-6d0cf9507a66" providerId="ADAL" clId="{B4A9E4C7-0B39-4518-8286-B6B997BF31C0}" dt="2024-10-26T17:52:59.094" v="5974" actId="1076"/>
          <ac:grpSpMkLst>
            <pc:docMk/>
            <pc:sldMk cId="808814148" sldId="278"/>
            <ac:grpSpMk id="18" creationId="{79A9418C-4212-1AE3-4140-85D2C2EBD70E}"/>
          </ac:grpSpMkLst>
        </pc:grpChg>
        <pc:grpChg chg="mod">
          <ac:chgData name="김현의" userId="cdc92b9d-c30e-4a55-86d2-6d0cf9507a66" providerId="ADAL" clId="{B4A9E4C7-0B39-4518-8286-B6B997BF31C0}" dt="2024-10-26T17:52:59.094" v="5974" actId="1076"/>
          <ac:grpSpMkLst>
            <pc:docMk/>
            <pc:sldMk cId="808814148" sldId="278"/>
            <ac:grpSpMk id="23" creationId="{1DB958D1-584C-8AA4-869B-B18C1081BB33}"/>
          </ac:grpSpMkLst>
        </pc:grpChg>
        <pc:grpChg chg="mod">
          <ac:chgData name="김현의" userId="cdc92b9d-c30e-4a55-86d2-6d0cf9507a66" providerId="ADAL" clId="{B4A9E4C7-0B39-4518-8286-B6B997BF31C0}" dt="2024-10-26T17:52:59.094" v="5974" actId="1076"/>
          <ac:grpSpMkLst>
            <pc:docMk/>
            <pc:sldMk cId="808814148" sldId="278"/>
            <ac:grpSpMk id="25" creationId="{DEBC9A1B-40C8-F312-4F4D-F8ACC1ED8556}"/>
          </ac:grpSpMkLst>
        </pc:grpChg>
        <pc:grpChg chg="mod">
          <ac:chgData name="김현의" userId="cdc92b9d-c30e-4a55-86d2-6d0cf9507a66" providerId="ADAL" clId="{B4A9E4C7-0B39-4518-8286-B6B997BF31C0}" dt="2024-10-26T17:52:59.094" v="5974" actId="1076"/>
          <ac:grpSpMkLst>
            <pc:docMk/>
            <pc:sldMk cId="808814148" sldId="278"/>
            <ac:grpSpMk id="26" creationId="{6D1B09E4-0B2D-82CE-060C-B6C121AA6F35}"/>
          </ac:grpSpMkLst>
        </pc:grpChg>
        <pc:grpChg chg="mod">
          <ac:chgData name="김현의" userId="cdc92b9d-c30e-4a55-86d2-6d0cf9507a66" providerId="ADAL" clId="{B4A9E4C7-0B39-4518-8286-B6B997BF31C0}" dt="2024-10-26T17:52:59.094" v="5974" actId="1076"/>
          <ac:grpSpMkLst>
            <pc:docMk/>
            <pc:sldMk cId="808814148" sldId="278"/>
            <ac:grpSpMk id="27" creationId="{33EA3624-ED8A-66D3-CFB8-EAD7A59F4D8E}"/>
          </ac:grpSpMkLst>
        </pc:grpChg>
        <pc:grpChg chg="mod">
          <ac:chgData name="김현의" userId="cdc92b9d-c30e-4a55-86d2-6d0cf9507a66" providerId="ADAL" clId="{B4A9E4C7-0B39-4518-8286-B6B997BF31C0}" dt="2024-10-26T17:52:59.094" v="5974" actId="1076"/>
          <ac:grpSpMkLst>
            <pc:docMk/>
            <pc:sldMk cId="808814148" sldId="278"/>
            <ac:grpSpMk id="28" creationId="{926715FE-E9EE-4C12-8F26-B354FECA060A}"/>
          </ac:grpSpMkLst>
        </pc:grpChg>
        <pc:grpChg chg="mod">
          <ac:chgData name="김현의" userId="cdc92b9d-c30e-4a55-86d2-6d0cf9507a66" providerId="ADAL" clId="{B4A9E4C7-0B39-4518-8286-B6B997BF31C0}" dt="2024-10-26T17:52:59.094" v="5974" actId="1076"/>
          <ac:grpSpMkLst>
            <pc:docMk/>
            <pc:sldMk cId="808814148" sldId="278"/>
            <ac:grpSpMk id="8192" creationId="{7C363314-02F4-D075-0B8D-3919222FAE15}"/>
          </ac:grpSpMkLst>
        </pc:grpChg>
        <pc:grpChg chg="mod">
          <ac:chgData name="김현의" userId="cdc92b9d-c30e-4a55-86d2-6d0cf9507a66" providerId="ADAL" clId="{B4A9E4C7-0B39-4518-8286-B6B997BF31C0}" dt="2024-10-26T17:52:59.094" v="5974" actId="1076"/>
          <ac:grpSpMkLst>
            <pc:docMk/>
            <pc:sldMk cId="808814148" sldId="278"/>
            <ac:grpSpMk id="8193" creationId="{82AAB317-4890-9991-FCAD-168D3CAAE230}"/>
          </ac:grpSpMkLst>
        </pc:grpChg>
        <pc:grpChg chg="del">
          <ac:chgData name="김현의" userId="cdc92b9d-c30e-4a55-86d2-6d0cf9507a66" providerId="ADAL" clId="{B4A9E4C7-0B39-4518-8286-B6B997BF31C0}" dt="2024-10-26T17:53:09.338" v="5975" actId="478"/>
          <ac:grpSpMkLst>
            <pc:docMk/>
            <pc:sldMk cId="808814148" sldId="278"/>
            <ac:grpSpMk id="8207" creationId="{F1D941CB-56DD-4143-2161-2F532EA76E8A}"/>
          </ac:grpSpMkLst>
        </pc:grpChg>
        <pc:picChg chg="mod">
          <ac:chgData name="김현의" userId="cdc92b9d-c30e-4a55-86d2-6d0cf9507a66" providerId="ADAL" clId="{B4A9E4C7-0B39-4518-8286-B6B997BF31C0}" dt="2024-10-26T17:52:59.094" v="5974" actId="1076"/>
          <ac:picMkLst>
            <pc:docMk/>
            <pc:sldMk cId="808814148" sldId="278"/>
            <ac:picMk id="63" creationId="{79B4FC02-98B1-0143-CD0B-B883829DEB66}"/>
          </ac:picMkLst>
        </pc:pic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19" creationId="{5B152E5F-1F4A-429A-A119-DE78B6DF9B39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20" creationId="{CDF6B0AB-E5C7-95AE-8B18-7D8B3612079A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29" creationId="{1025E227-37F9-90E4-7316-A14B1A02AB4A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30" creationId="{6898F931-65C0-AB34-5BC3-8DD7A49194DF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37" creationId="{F13057AD-0B8E-659F-F49A-1FD94570A871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38" creationId="{A5990732-CC5B-2F04-AF3D-FAA3D3C59BAD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44" creationId="{F1142255-1F59-B68D-9D6B-3BFAA9ED7FFE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45" creationId="{E881F9DA-57ED-9CE5-1B0A-6CEA252DB187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60" creationId="{525A898B-BB5C-9A4F-E97D-A5A35078A9E0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61" creationId="{CAA570FC-6760-3740-8698-E79D23DE294B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8196" creationId="{F2B31C60-77BC-2D05-261C-ABD744F792E4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8197" creationId="{E88A5CC7-FA34-D7F5-5D3B-CAA084C96AF1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8199" creationId="{E7AE6472-BB4A-A3DA-0950-5BAE637A33F2}"/>
          </ac:cxnSpMkLst>
        </pc:cxnChg>
        <pc:cxnChg chg="mod">
          <ac:chgData name="김현의" userId="cdc92b9d-c30e-4a55-86d2-6d0cf9507a66" providerId="ADAL" clId="{B4A9E4C7-0B39-4518-8286-B6B997BF31C0}" dt="2024-10-26T17:52:59.094" v="5974" actId="1076"/>
          <ac:cxnSpMkLst>
            <pc:docMk/>
            <pc:sldMk cId="808814148" sldId="278"/>
            <ac:cxnSpMk id="8200" creationId="{A0FBB9BC-E777-A7E7-E768-C09B8FBE5AC4}"/>
          </ac:cxnSpMkLst>
        </pc:cxnChg>
      </pc:sldChg>
      <pc:sldChg chg="addSp delSp modSp add del mod setBg">
        <pc:chgData name="김현의" userId="cdc92b9d-c30e-4a55-86d2-6d0cf9507a66" providerId="ADAL" clId="{B4A9E4C7-0B39-4518-8286-B6B997BF31C0}" dt="2024-10-26T18:09:43.861" v="6729" actId="47"/>
        <pc:sldMkLst>
          <pc:docMk/>
          <pc:sldMk cId="1648782727" sldId="279"/>
        </pc:sldMkLst>
        <pc:spChg chg="mod">
          <ac:chgData name="김현의" userId="cdc92b9d-c30e-4a55-86d2-6d0cf9507a66" providerId="ADAL" clId="{B4A9E4C7-0B39-4518-8286-B6B997BF31C0}" dt="2024-10-26T18:02:26.113" v="6452"/>
          <ac:spMkLst>
            <pc:docMk/>
            <pc:sldMk cId="1648782727" sldId="279"/>
            <ac:spMk id="13" creationId="{849D9703-09BD-BB86-2054-3B30D7BBB727}"/>
          </ac:spMkLst>
        </pc:spChg>
        <pc:spChg chg="mod">
          <ac:chgData name="김현의" userId="cdc92b9d-c30e-4a55-86d2-6d0cf9507a66" providerId="ADAL" clId="{B4A9E4C7-0B39-4518-8286-B6B997BF31C0}" dt="2024-10-26T18:02:45.788" v="6522" actId="20577"/>
          <ac:spMkLst>
            <pc:docMk/>
            <pc:sldMk cId="1648782727" sldId="279"/>
            <ac:spMk id="14" creationId="{2BD84D54-60E7-DE53-BFB3-5CC192205387}"/>
          </ac:spMkLst>
        </pc:spChg>
        <pc:spChg chg="mod">
          <ac:chgData name="김현의" userId="cdc92b9d-c30e-4a55-86d2-6d0cf9507a66" providerId="ADAL" clId="{B4A9E4C7-0B39-4518-8286-B6B997BF31C0}" dt="2024-10-26T18:02:37.680" v="6497" actId="20577"/>
          <ac:spMkLst>
            <pc:docMk/>
            <pc:sldMk cId="1648782727" sldId="279"/>
            <ac:spMk id="17" creationId="{CBCD4C57-4978-CAE3-7222-2A728218294D}"/>
          </ac:spMkLst>
        </pc:spChg>
        <pc:spChg chg="del">
          <ac:chgData name="김현의" userId="cdc92b9d-c30e-4a55-86d2-6d0cf9507a66" providerId="ADAL" clId="{B4A9E4C7-0B39-4518-8286-B6B997BF31C0}" dt="2024-10-26T18:03:28.161" v="6589" actId="478"/>
          <ac:spMkLst>
            <pc:docMk/>
            <pc:sldMk cId="1648782727" sldId="279"/>
            <ac:spMk id="19" creationId="{3F5B5F88-1B61-FDF9-05A7-E0F96A39E703}"/>
          </ac:spMkLst>
        </pc:spChg>
        <pc:spChg chg="mod">
          <ac:chgData name="김현의" userId="cdc92b9d-c30e-4a55-86d2-6d0cf9507a66" providerId="ADAL" clId="{B4A9E4C7-0B39-4518-8286-B6B997BF31C0}" dt="2024-10-26T18:04:38.644" v="6600"/>
          <ac:spMkLst>
            <pc:docMk/>
            <pc:sldMk cId="1648782727" sldId="279"/>
            <ac:spMk id="20" creationId="{E4B2908E-817C-5C8B-C05A-24ABCD1C361F}"/>
          </ac:spMkLst>
        </pc:spChg>
        <pc:spChg chg="mod">
          <ac:chgData name="김현의" userId="cdc92b9d-c30e-4a55-86d2-6d0cf9507a66" providerId="ADAL" clId="{B4A9E4C7-0B39-4518-8286-B6B997BF31C0}" dt="2024-10-26T18:04:46.016" v="6604" actId="20577"/>
          <ac:spMkLst>
            <pc:docMk/>
            <pc:sldMk cId="1648782727" sldId="279"/>
            <ac:spMk id="21" creationId="{D30C81F8-DE6D-D6BF-B98E-55758D1FA9B9}"/>
          </ac:spMkLst>
        </pc:spChg>
        <pc:spChg chg="mod">
          <ac:chgData name="김현의" userId="cdc92b9d-c30e-4a55-86d2-6d0cf9507a66" providerId="ADAL" clId="{B4A9E4C7-0B39-4518-8286-B6B997BF31C0}" dt="2024-10-26T18:04:43.799" v="6602" actId="20577"/>
          <ac:spMkLst>
            <pc:docMk/>
            <pc:sldMk cId="1648782727" sldId="279"/>
            <ac:spMk id="22" creationId="{7275BF6C-8330-C048-22B2-CCBB75BC8EA4}"/>
          </ac:spMkLst>
        </pc:spChg>
        <pc:spChg chg="del">
          <ac:chgData name="김현의" userId="cdc92b9d-c30e-4a55-86d2-6d0cf9507a66" providerId="ADAL" clId="{B4A9E4C7-0B39-4518-8286-B6B997BF31C0}" dt="2024-10-26T18:03:28.161" v="6589" actId="478"/>
          <ac:spMkLst>
            <pc:docMk/>
            <pc:sldMk cId="1648782727" sldId="279"/>
            <ac:spMk id="24" creationId="{B15629BB-C959-1728-4C4D-A72019E3AF61}"/>
          </ac:spMkLst>
        </pc:spChg>
        <pc:spChg chg="mod">
          <ac:chgData name="김현의" userId="cdc92b9d-c30e-4a55-86d2-6d0cf9507a66" providerId="ADAL" clId="{B4A9E4C7-0B39-4518-8286-B6B997BF31C0}" dt="2024-10-26T18:03:18.222" v="6585" actId="20577"/>
          <ac:spMkLst>
            <pc:docMk/>
            <pc:sldMk cId="1648782727" sldId="279"/>
            <ac:spMk id="52" creationId="{0223772F-40A4-C1F1-0FA6-D41FF802940D}"/>
          </ac:spMkLst>
        </pc:spChg>
        <pc:spChg chg="mod">
          <ac:chgData name="김현의" userId="cdc92b9d-c30e-4a55-86d2-6d0cf9507a66" providerId="ADAL" clId="{B4A9E4C7-0B39-4518-8286-B6B997BF31C0}" dt="2024-10-26T18:03:54.997" v="6594" actId="1076"/>
          <ac:spMkLst>
            <pc:docMk/>
            <pc:sldMk cId="1648782727" sldId="279"/>
            <ac:spMk id="54" creationId="{9B28C066-C7AA-D4F5-A874-29D8A4484BE3}"/>
          </ac:spMkLst>
        </pc:spChg>
        <pc:grpChg chg="add mod">
          <ac:chgData name="김현의" userId="cdc92b9d-c30e-4a55-86d2-6d0cf9507a66" providerId="ADAL" clId="{B4A9E4C7-0B39-4518-8286-B6B997BF31C0}" dt="2024-10-26T18:03:54.997" v="6594" actId="1076"/>
          <ac:grpSpMkLst>
            <pc:docMk/>
            <pc:sldMk cId="1648782727" sldId="279"/>
            <ac:grpSpMk id="4" creationId="{D29071F2-26A4-05F6-191E-2BA9101CC0ED}"/>
          </ac:grpSpMkLst>
        </pc:grpChg>
        <pc:grpChg chg="add mod">
          <ac:chgData name="김현의" userId="cdc92b9d-c30e-4a55-86d2-6d0cf9507a66" providerId="ADAL" clId="{B4A9E4C7-0B39-4518-8286-B6B997BF31C0}" dt="2024-10-26T18:04:39.725" v="6601" actId="1076"/>
          <ac:grpSpMkLst>
            <pc:docMk/>
            <pc:sldMk cId="1648782727" sldId="279"/>
            <ac:grpSpMk id="18" creationId="{E9F9983B-52E8-93F2-83EC-F1723CA43CC0}"/>
          </ac:grpSpMkLst>
        </pc:grpChg>
        <pc:grpChg chg="mod">
          <ac:chgData name="김현의" userId="cdc92b9d-c30e-4a55-86d2-6d0cf9507a66" providerId="ADAL" clId="{B4A9E4C7-0B39-4518-8286-B6B997BF31C0}" dt="2024-10-26T18:03:54.997" v="6594" actId="1076"/>
          <ac:grpSpMkLst>
            <pc:docMk/>
            <pc:sldMk cId="1648782727" sldId="279"/>
            <ac:grpSpMk id="46" creationId="{AD022B47-E9B9-3179-F782-A7A9AFEC4E41}"/>
          </ac:grpSpMkLst>
        </pc:grpChg>
        <pc:grpChg chg="mod">
          <ac:chgData name="김현의" userId="cdc92b9d-c30e-4a55-86d2-6d0cf9507a66" providerId="ADAL" clId="{B4A9E4C7-0B39-4518-8286-B6B997BF31C0}" dt="2024-10-26T18:03:54.997" v="6594" actId="1076"/>
          <ac:grpSpMkLst>
            <pc:docMk/>
            <pc:sldMk cId="1648782727" sldId="279"/>
            <ac:grpSpMk id="47" creationId="{E8275744-A75D-7150-BB11-F470A0AE31BB}"/>
          </ac:grpSpMkLst>
        </pc:grpChg>
        <pc:grpChg chg="mod">
          <ac:chgData name="김현의" userId="cdc92b9d-c30e-4a55-86d2-6d0cf9507a66" providerId="ADAL" clId="{B4A9E4C7-0B39-4518-8286-B6B997BF31C0}" dt="2024-10-26T18:04:35.356" v="6599" actId="1076"/>
          <ac:grpSpMkLst>
            <pc:docMk/>
            <pc:sldMk cId="1648782727" sldId="279"/>
            <ac:grpSpMk id="53" creationId="{D1F28984-B8AB-9FA8-7DD0-1B73B163659B}"/>
          </ac:grpSpMkLst>
        </pc:grpChg>
      </pc:sldChg>
      <pc:sldChg chg="addSp modSp add mod setBg">
        <pc:chgData name="김현의" userId="cdc92b9d-c30e-4a55-86d2-6d0cf9507a66" providerId="ADAL" clId="{B4A9E4C7-0B39-4518-8286-B6B997BF31C0}" dt="2024-10-26T18:09:42.075" v="6728"/>
        <pc:sldMkLst>
          <pc:docMk/>
          <pc:sldMk cId="2372973274" sldId="280"/>
        </pc:sldMkLst>
        <pc:spChg chg="mod">
          <ac:chgData name="김현의" userId="cdc92b9d-c30e-4a55-86d2-6d0cf9507a66" providerId="ADAL" clId="{B4A9E4C7-0B39-4518-8286-B6B997BF31C0}" dt="2024-10-26T18:09:07.466" v="6712"/>
          <ac:spMkLst>
            <pc:docMk/>
            <pc:sldMk cId="2372973274" sldId="280"/>
            <ac:spMk id="13" creationId="{F34CED76-7A50-50FC-2726-DB43347694C4}"/>
          </ac:spMkLst>
        </pc:spChg>
        <pc:spChg chg="mod">
          <ac:chgData name="김현의" userId="cdc92b9d-c30e-4a55-86d2-6d0cf9507a66" providerId="ADAL" clId="{B4A9E4C7-0B39-4518-8286-B6B997BF31C0}" dt="2024-10-26T18:09:07.466" v="6712"/>
          <ac:spMkLst>
            <pc:docMk/>
            <pc:sldMk cId="2372973274" sldId="280"/>
            <ac:spMk id="14" creationId="{54F88251-FB90-B019-22C2-8DE883B8B45C}"/>
          </ac:spMkLst>
        </pc:spChg>
        <pc:spChg chg="mod">
          <ac:chgData name="김현의" userId="cdc92b9d-c30e-4a55-86d2-6d0cf9507a66" providerId="ADAL" clId="{B4A9E4C7-0B39-4518-8286-B6B997BF31C0}" dt="2024-10-26T18:09:07.466" v="6712"/>
          <ac:spMkLst>
            <pc:docMk/>
            <pc:sldMk cId="2372973274" sldId="280"/>
            <ac:spMk id="17" creationId="{A2709C19-4033-312A-BE80-C7EDFAC05FE2}"/>
          </ac:spMkLst>
        </pc:spChg>
        <pc:spChg chg="mod">
          <ac:chgData name="김현의" userId="cdc92b9d-c30e-4a55-86d2-6d0cf9507a66" providerId="ADAL" clId="{B4A9E4C7-0B39-4518-8286-B6B997BF31C0}" dt="2024-10-26T18:09:20.681" v="6719" actId="1076"/>
          <ac:spMkLst>
            <pc:docMk/>
            <pc:sldMk cId="2372973274" sldId="280"/>
            <ac:spMk id="43" creationId="{0321320B-805A-6689-EB45-CAA4CB94680B}"/>
          </ac:spMkLst>
        </pc:spChg>
        <pc:spChg chg="mod">
          <ac:chgData name="김현의" userId="cdc92b9d-c30e-4a55-86d2-6d0cf9507a66" providerId="ADAL" clId="{B4A9E4C7-0B39-4518-8286-B6B997BF31C0}" dt="2024-10-26T18:09:42.075" v="6728"/>
          <ac:spMkLst>
            <pc:docMk/>
            <pc:sldMk cId="2372973274" sldId="280"/>
            <ac:spMk id="52" creationId="{C435D6B4-8F63-40F4-E211-23BEA7FDCDCF}"/>
          </ac:spMkLst>
        </pc:spChg>
        <pc:spChg chg="mod">
          <ac:chgData name="김현의" userId="cdc92b9d-c30e-4a55-86d2-6d0cf9507a66" providerId="ADAL" clId="{B4A9E4C7-0B39-4518-8286-B6B997BF31C0}" dt="2024-10-26T18:09:29.614" v="6727" actId="20577"/>
          <ac:spMkLst>
            <pc:docMk/>
            <pc:sldMk cId="2372973274" sldId="280"/>
            <ac:spMk id="63" creationId="{BB756478-72A9-E1D5-D716-C2AB62B51E21}"/>
          </ac:spMkLst>
        </pc:spChg>
        <pc:grpChg chg="add mod">
          <ac:chgData name="김현의" userId="cdc92b9d-c30e-4a55-86d2-6d0cf9507a66" providerId="ADAL" clId="{B4A9E4C7-0B39-4518-8286-B6B997BF31C0}" dt="2024-10-26T18:09:17.586" v="6715" actId="1076"/>
          <ac:grpSpMkLst>
            <pc:docMk/>
            <pc:sldMk cId="2372973274" sldId="280"/>
            <ac:grpSpMk id="4" creationId="{30A0D7EB-3CF8-B7B4-8B4B-C505612FC163}"/>
          </ac:grpSpMkLst>
        </pc:grpChg>
        <pc:grpChg chg="mod">
          <ac:chgData name="김현의" userId="cdc92b9d-c30e-4a55-86d2-6d0cf9507a66" providerId="ADAL" clId="{B4A9E4C7-0B39-4518-8286-B6B997BF31C0}" dt="2024-10-26T18:09:25.058" v="6720" actId="1076"/>
          <ac:grpSpMkLst>
            <pc:docMk/>
            <pc:sldMk cId="2372973274" sldId="280"/>
            <ac:grpSpMk id="46" creationId="{947FA45D-2C8B-7159-AB66-ED663EE571B6}"/>
          </ac:grpSpMkLst>
        </pc:grpChg>
        <pc:grpChg chg="mod">
          <ac:chgData name="김현의" userId="cdc92b9d-c30e-4a55-86d2-6d0cf9507a66" providerId="ADAL" clId="{B4A9E4C7-0B39-4518-8286-B6B997BF31C0}" dt="2024-10-26T18:09:15.273" v="6714" actId="1076"/>
          <ac:grpSpMkLst>
            <pc:docMk/>
            <pc:sldMk cId="2372973274" sldId="280"/>
            <ac:grpSpMk id="47" creationId="{ED86813C-351F-9873-616C-6E9BEEDC5242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15A52-38D3-4FB6-8CB2-3FD2E6194CD4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8B4EC-1F79-4925-91E9-A9E0C25800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89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8B4EC-1F79-4925-91E9-A9E0C25800B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176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794D-6C04-7F2A-68A0-5AEF71EF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CC36F6-E9A1-D3EB-640B-79EA05683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1DE122-7179-764C-C691-9C9D83104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Dixit </a:t>
            </a:r>
            <a:r>
              <a:rPr lang="ko-KR" altLang="en-US" dirty="0"/>
              <a:t>프로젝트 간략한 섦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5CFB4C-2F78-413F-FCD1-4FFBB1709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8B4EC-1F79-4925-91E9-A9E0C25800B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750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758B-68E4-E648-5291-94F2E255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348B2E-B9EA-9E7C-A308-8423D0268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E33E90-29DE-1AEA-5EEF-2A1B42DD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CAAAE-8C9B-1761-99C9-9EA2509DF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8B4EC-1F79-4925-91E9-A9E0C25800B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592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D6E35-BDBD-B11B-888A-49E7598D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A036EC-EB78-E44D-9DEC-62FE3AE5F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EDE831-50E8-AE93-1267-70AE03146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+mj-lt"/>
              <a:buNone/>
            </a:pPr>
            <a:endParaRPr lang="en-US" altLang="ko-KR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716EBF-F840-D8E3-8009-8C3D3EA04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8B4EC-1F79-4925-91E9-A9E0C25800B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436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0FB35-3072-C836-AD45-6A1F2F56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FAF4ED-4D39-D53E-591F-DCC2D020A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214BAA-43D1-FD94-F5EB-2713A141E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F29ED-6155-554B-965F-A9566DFFF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8B4EC-1F79-4925-91E9-A9E0C25800B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8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BE10-254C-50F6-D5D2-740BF427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B68CC7-E25A-F5EC-E022-61959A236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12B1C5-A9CE-1FA1-F380-842F076E9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E9E643-9C28-6784-2E6C-43F23B02E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8B4EC-1F79-4925-91E9-A9E0C25800B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91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869245-EE77-1539-66BC-1C68A4BF2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540EEA-A341-FB24-F8E6-4F79DE5CA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47FF2-E0E2-BFCD-4B2B-D5DBC167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03F3D9-84AB-300D-F5C0-C900EF34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E014A4-6CA6-8C41-E9A2-539DFE27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670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9DCE9-7B66-8B51-60CC-BC1F6ACD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97B4CF-C3DE-566E-C977-F3E7D2CE0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E9452-A8EA-316A-AC88-769E42DD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FD956-1B60-6184-588E-B6350968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97DDE7-668A-B308-6F76-E43511D8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4FD36-0FE5-30F1-6D97-E1646A11F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67CE7A-A2D1-E5E4-98CD-665352900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65FD7D-A1A5-88B4-95A7-7EB545AF4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DBD25-57AF-EE08-98A0-B96A0D6B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29006-A1D4-940C-694F-C74008AA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36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97BD3-3476-3B0F-5B89-AA83826D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396B8-C409-947A-79ED-B2965A869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D8BC3E-DC9F-5AAB-20B0-C65C69B5C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CBA232-E127-AE56-A7BA-2F49174F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597A66-AABB-02AD-3245-A33F3EFA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7FD49B-C458-4C05-E4DF-356DF6320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23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24ECC-62F7-6967-7A84-221BB0C6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0485BE-8B09-2974-49C6-E4095F3C1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C6975E-2883-45A8-8ABD-65E99BD49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257F84-DDF0-3619-F031-D8C592DEF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62F59D-D2D7-84B2-F66C-0960A983F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1147F8-4010-B9CD-B1A6-3B1DAF5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A19F1C-E4AD-F110-D21F-776BB82A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14BC1D-B466-74DD-494D-23C3385B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11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AE4BA-0A39-DCEE-FA40-7B1B0124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CDC119-D6BF-BF96-B92F-C263304A2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C60E5D-BB69-9E70-99C9-06A812A9B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7592CD-6B27-4D48-54B2-A5506042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55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D3CD16-4201-1626-D819-751E457E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685F87-A005-3554-3C47-3090B8C7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76B11-E2D4-B11A-3BDF-7E44EE1A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99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9F699-0D5C-1AEE-A416-86CA52220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0D05F9-9DE5-80D7-B3E6-64140A9E4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5F45B-DC4B-320C-EE55-5960166A4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175F1E-84E2-52EB-E36C-852CFE58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3CC2F8-53D4-6CE2-9CC7-793D4AFD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AF1A7A-DEDF-8E11-48E8-0DF4DF19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43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65792-3196-0CF4-1C00-467960ECF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89FE9B-12A2-C66B-851C-AF1CA9DA3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7805E6-FB00-CFF2-F38A-D121B933D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48E72E-4FF5-F7C9-F96B-FC56450D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E60ED0-82D5-38E6-C40E-1126D76B2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293A3D-7E9E-49FC-1FCC-430B792E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23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80A47-8059-C5C7-FD65-DF174894A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344172-297D-12D8-D249-B3FF56A97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82EB1-88EE-338C-2C78-D6B7F777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D5DAF-7C36-709F-09DF-3B5E8807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AFC891-98B5-4A81-19D1-A303541DD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38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B41B01-3A45-510A-06EA-1E0D1CDE8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2C5171-A436-60AC-B6FA-46BA4573B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6C2E0-F893-FC3C-22E1-36A60BB6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321C79-717C-C0C5-5020-DEE97AECE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9BDD4-1E8E-85C1-EF9B-D86BB581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21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775B47-3768-7E9E-98D0-C9866D6E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0CC2B9-4C30-FDB7-D1DB-964892F7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9F3AF-504E-7B87-E141-2F6C44377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DDFE4-F790-4E56-9DAD-70450ABF3DCF}" type="datetimeFigureOut">
              <a:rPr lang="ko-KR" altLang="en-US" smtClean="0"/>
              <a:t>2024-11-10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FD188D-55C2-98F1-7E94-EB3C9124E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0C4E3-30E6-4C91-909D-9EBD515BE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33F3A-060A-4ED0-AB11-DDBB366B05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32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6FA621-F107-F431-21DA-7C25DED950E1}"/>
              </a:ext>
            </a:extLst>
          </p:cNvPr>
          <p:cNvSpPr txBox="1"/>
          <p:nvPr/>
        </p:nvSpPr>
        <p:spPr>
          <a:xfrm>
            <a:off x="5118020" y="2567537"/>
            <a:ext cx="1955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Dixit AI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7596208-FCA1-FD8D-F28A-D9A203C7FA10}"/>
              </a:ext>
            </a:extLst>
          </p:cNvPr>
          <p:cNvCxnSpPr>
            <a:cxnSpLocks/>
          </p:cNvCxnSpPr>
          <p:nvPr/>
        </p:nvCxnSpPr>
        <p:spPr>
          <a:xfrm>
            <a:off x="3613974" y="3389243"/>
            <a:ext cx="486079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89136B-6886-DAD3-7B0A-251FEE723B05}"/>
              </a:ext>
            </a:extLst>
          </p:cNvPr>
          <p:cNvSpPr txBox="1"/>
          <p:nvPr/>
        </p:nvSpPr>
        <p:spPr>
          <a:xfrm>
            <a:off x="4782204" y="3503064"/>
            <a:ext cx="2627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인간을 예측하는 </a:t>
            </a:r>
            <a:r>
              <a:rPr lang="en-US" altLang="ko-KR" sz="1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1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만들다</a:t>
            </a:r>
            <a:endParaRPr lang="en-US" altLang="ko-KR" sz="1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8FBDD7-8E94-DDD8-B36E-E2D1CCD9C287}"/>
              </a:ext>
            </a:extLst>
          </p:cNvPr>
          <p:cNvSpPr txBox="1"/>
          <p:nvPr/>
        </p:nvSpPr>
        <p:spPr>
          <a:xfrm>
            <a:off x="153466" y="5426716"/>
            <a:ext cx="20585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B935265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오창현</a:t>
            </a:r>
            <a:endParaRPr lang="en-US" altLang="ko-KR" sz="2000" dirty="0">
              <a:solidFill>
                <a:schemeClr val="bg2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C011036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김승우</a:t>
            </a:r>
            <a:endParaRPr lang="en-US" altLang="ko-KR" sz="2000" dirty="0">
              <a:solidFill>
                <a:schemeClr val="bg2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C111058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박동현</a:t>
            </a:r>
            <a:endParaRPr lang="en-US" altLang="ko-KR" sz="2000" dirty="0">
              <a:solidFill>
                <a:schemeClr val="bg2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2000" dirty="0">
                <a:solidFill>
                  <a:schemeClr val="bg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C211195 </a:t>
            </a:r>
            <a:r>
              <a:rPr lang="ko-KR" altLang="en-US" sz="2000" dirty="0">
                <a:solidFill>
                  <a:schemeClr val="bg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김현의</a:t>
            </a:r>
            <a:endParaRPr lang="en-US" altLang="ko-KR" sz="2000" dirty="0">
              <a:solidFill>
                <a:schemeClr val="bg2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2429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A8927-79AB-11D1-770D-F9A58F6C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A808387-D95D-45E2-F034-3261B311B831}"/>
              </a:ext>
            </a:extLst>
          </p:cNvPr>
          <p:cNvGrpSpPr/>
          <p:nvPr/>
        </p:nvGrpSpPr>
        <p:grpSpPr>
          <a:xfrm>
            <a:off x="1093" y="125507"/>
            <a:ext cx="12192000" cy="568795"/>
            <a:chOff x="1093" y="125507"/>
            <a:chExt cx="12192000" cy="56879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5B6497-B5EB-C93A-26C8-514AEC1C8303}"/>
                </a:ext>
              </a:extLst>
            </p:cNvPr>
            <p:cNvSpPr txBox="1"/>
            <p:nvPr/>
          </p:nvSpPr>
          <p:spPr>
            <a:xfrm>
              <a:off x="1057991" y="324970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개요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7B4717-DBAE-FAB8-CFCB-4B6E489B0209}"/>
                </a:ext>
              </a:extLst>
            </p:cNvPr>
            <p:cNvSpPr txBox="1"/>
            <p:nvPr/>
          </p:nvSpPr>
          <p:spPr>
            <a:xfrm>
              <a:off x="3800282" y="324970"/>
              <a:ext cx="1136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초기 모델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FA4AD29-39BC-6C46-D62C-CF0FAAC66EF8}"/>
                </a:ext>
              </a:extLst>
            </p:cNvPr>
            <p:cNvGrpSpPr/>
            <p:nvPr/>
          </p:nvGrpSpPr>
          <p:grpSpPr>
            <a:xfrm>
              <a:off x="1093" y="125507"/>
              <a:ext cx="12192000" cy="141761"/>
              <a:chOff x="0" y="157370"/>
              <a:chExt cx="12192000" cy="141761"/>
            </a:xfrm>
          </p:grpSpPr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CB3C5C99-94E3-989F-DC25-3881240021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228600"/>
                <a:ext cx="12192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3D9EDDB7-645B-9338-7A77-B8294C4B3C49}"/>
                  </a:ext>
                </a:extLst>
              </p:cNvPr>
              <p:cNvSpPr/>
              <p:nvPr/>
            </p:nvSpPr>
            <p:spPr>
              <a:xfrm>
                <a:off x="1299912" y="157370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BFF239CD-2215-3C57-F928-FEBE631D2C40}"/>
                  </a:ext>
                </a:extLst>
              </p:cNvPr>
              <p:cNvSpPr/>
              <p:nvPr/>
            </p:nvSpPr>
            <p:spPr>
              <a:xfrm>
                <a:off x="4286310" y="157370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79C7C5EB-B156-4740-C5DF-FF3172F95324}"/>
                  </a:ext>
                </a:extLst>
              </p:cNvPr>
              <p:cNvSpPr/>
              <p:nvPr/>
            </p:nvSpPr>
            <p:spPr>
              <a:xfrm>
                <a:off x="10678309" y="158068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E134D16-822B-787E-A11B-10E60C482D1F}"/>
                </a:ext>
              </a:extLst>
            </p:cNvPr>
            <p:cNvSpPr/>
            <p:nvPr/>
          </p:nvSpPr>
          <p:spPr>
            <a:xfrm>
              <a:off x="7763536" y="125507"/>
              <a:ext cx="141063" cy="14106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09E66EC-2A27-CD01-E85F-9981D9175E53}"/>
              </a:ext>
            </a:extLst>
          </p:cNvPr>
          <p:cNvSpPr txBox="1"/>
          <p:nvPr/>
        </p:nvSpPr>
        <p:spPr>
          <a:xfrm>
            <a:off x="7265644" y="32497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개선 모델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23A76B-52CC-5CBA-00BC-6D72AFFC1DE0}"/>
              </a:ext>
            </a:extLst>
          </p:cNvPr>
          <p:cNvSpPr txBox="1"/>
          <p:nvPr/>
        </p:nvSpPr>
        <p:spPr>
          <a:xfrm>
            <a:off x="10325783" y="324970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시사점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022256C-1AFB-7849-FCEA-44CAEF510C65}"/>
              </a:ext>
            </a:extLst>
          </p:cNvPr>
          <p:cNvGrpSpPr/>
          <p:nvPr/>
        </p:nvGrpSpPr>
        <p:grpSpPr>
          <a:xfrm>
            <a:off x="1057991" y="1502208"/>
            <a:ext cx="7737959" cy="866415"/>
            <a:chOff x="1057991" y="1502208"/>
            <a:chExt cx="7737959" cy="86641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F6A06C-C9BF-7D1F-4D43-DC15ACF92794}"/>
                </a:ext>
              </a:extLst>
            </p:cNvPr>
            <p:cNvSpPr txBox="1"/>
            <p:nvPr/>
          </p:nvSpPr>
          <p:spPr>
            <a:xfrm>
              <a:off x="6488908" y="1519916"/>
              <a:ext cx="2307042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2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&lt;</a:t>
              </a:r>
              <a:r>
                <a:rPr lang="ko-KR" altLang="en-US" dirty="0">
                  <a:solidFill>
                    <a:schemeClr val="bg2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출제자의 카드 설명</a:t>
              </a:r>
              <a:r>
                <a:rPr lang="en-US" altLang="ko-KR" dirty="0">
                  <a:solidFill>
                    <a:schemeClr val="bg2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&gt;</a:t>
              </a:r>
            </a:p>
            <a:p>
              <a:pPr algn="ctr"/>
              <a:r>
                <a:rPr lang="en-US" altLang="ko-KR" sz="2400" dirty="0">
                  <a:solidFill>
                    <a:srgbClr val="FFFF00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Where to go?</a:t>
              </a:r>
              <a:endParaRPr lang="ko-KR" altLang="en-US" sz="2400" dirty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BBCC6E1B-7CF7-A35F-6C23-48F244FC6895}"/>
                </a:ext>
              </a:extLst>
            </p:cNvPr>
            <p:cNvGrpSpPr/>
            <p:nvPr/>
          </p:nvGrpSpPr>
          <p:grpSpPr>
            <a:xfrm>
              <a:off x="1057991" y="1502208"/>
              <a:ext cx="3910948" cy="866415"/>
              <a:chOff x="2590800" y="1578781"/>
              <a:chExt cx="4274820" cy="985246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5567A97E-9609-D21C-74E2-4871C75F880C}"/>
                  </a:ext>
                </a:extLst>
              </p:cNvPr>
              <p:cNvSpPr/>
              <p:nvPr/>
            </p:nvSpPr>
            <p:spPr>
              <a:xfrm>
                <a:off x="2590800" y="1578781"/>
                <a:ext cx="4274820" cy="985246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27CD8A9-A46A-D5DF-44B4-6FEBD1AC2452}"/>
                  </a:ext>
                </a:extLst>
              </p:cNvPr>
              <p:cNvSpPr txBox="1"/>
              <p:nvPr/>
            </p:nvSpPr>
            <p:spPr>
              <a:xfrm>
                <a:off x="2761751" y="1818990"/>
                <a:ext cx="3848062" cy="594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800" dirty="0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1. </a:t>
                </a:r>
                <a:r>
                  <a:rPr lang="ko-KR" altLang="en-US" sz="2800" dirty="0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출제자의 설명 제시</a:t>
                </a:r>
              </a:p>
            </p:txBody>
          </p:sp>
        </p:grp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54E55B2-BBB5-A68F-908A-6AFA8CEDA25E}"/>
              </a:ext>
            </a:extLst>
          </p:cNvPr>
          <p:cNvGrpSpPr/>
          <p:nvPr/>
        </p:nvGrpSpPr>
        <p:grpSpPr>
          <a:xfrm>
            <a:off x="1057991" y="2733914"/>
            <a:ext cx="9925549" cy="1695687"/>
            <a:chOff x="1057991" y="2733914"/>
            <a:chExt cx="9925549" cy="1695687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008A397-987D-7075-A0E9-C0B24F72802E}"/>
                </a:ext>
              </a:extLst>
            </p:cNvPr>
            <p:cNvGrpSpPr/>
            <p:nvPr/>
          </p:nvGrpSpPr>
          <p:grpSpPr>
            <a:xfrm>
              <a:off x="1057991" y="2995792"/>
              <a:ext cx="3910948" cy="866415"/>
              <a:chOff x="2590800" y="1578780"/>
              <a:chExt cx="4274820" cy="985246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58FD8986-ACAE-BC41-D471-A5AB25FF7A7E}"/>
                  </a:ext>
                </a:extLst>
              </p:cNvPr>
              <p:cNvSpPr/>
              <p:nvPr/>
            </p:nvSpPr>
            <p:spPr>
              <a:xfrm>
                <a:off x="2590800" y="1578780"/>
                <a:ext cx="4274820" cy="985246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6EA52A-3866-1109-F7EE-C3CE041844E2}"/>
                  </a:ext>
                </a:extLst>
              </p:cNvPr>
              <p:cNvSpPr txBox="1"/>
              <p:nvPr/>
            </p:nvSpPr>
            <p:spPr>
              <a:xfrm>
                <a:off x="2724081" y="1818989"/>
                <a:ext cx="4091610" cy="594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800" dirty="0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2. </a:t>
                </a:r>
                <a:r>
                  <a:rPr lang="ko-KR" altLang="en-US" sz="2800" dirty="0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각 카드 제출 </a:t>
                </a:r>
                <a:r>
                  <a:rPr lang="en-US" altLang="ko-KR" sz="2800" dirty="0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&amp; </a:t>
                </a:r>
                <a:r>
                  <a:rPr lang="ko-KR" altLang="en-US" sz="2800" dirty="0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섞기</a:t>
                </a:r>
              </a:p>
            </p:txBody>
          </p:sp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647F442C-FA63-899D-10AF-EDB972A16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5841" y="2738678"/>
              <a:ext cx="1200318" cy="168616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97D2BFBD-EA25-3FB5-D1C3-1C4DB97D1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1793" y="2738678"/>
              <a:ext cx="1200318" cy="1686160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D30EAD52-8EE2-1516-2164-AB985C0C1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47745" y="2733914"/>
              <a:ext cx="1190791" cy="1695687"/>
            </a:xfrm>
            <a:prstGeom prst="rect">
              <a:avLst/>
            </a:prstGeom>
          </p:spPr>
        </p:pic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3C7BB18D-13AB-5B7F-3128-45A3EF113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388"/>
            <a:stretch/>
          </p:blipFill>
          <p:spPr>
            <a:xfrm>
              <a:off x="9764170" y="2733914"/>
              <a:ext cx="1219370" cy="1690924"/>
            </a:xfrm>
            <a:prstGeom prst="rect">
              <a:avLst/>
            </a:prstGeom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BB494B1-DEAE-5255-7BC1-4E0B6A2E7004}"/>
              </a:ext>
            </a:extLst>
          </p:cNvPr>
          <p:cNvGrpSpPr/>
          <p:nvPr/>
        </p:nvGrpSpPr>
        <p:grpSpPr>
          <a:xfrm>
            <a:off x="1057991" y="5306735"/>
            <a:ext cx="8530392" cy="866415"/>
            <a:chOff x="1057991" y="5306735"/>
            <a:chExt cx="8530392" cy="86641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987FF7-8DEA-6B69-4977-D9923CE93978}"/>
                </a:ext>
              </a:extLst>
            </p:cNvPr>
            <p:cNvSpPr txBox="1"/>
            <p:nvPr/>
          </p:nvSpPr>
          <p:spPr>
            <a:xfrm>
              <a:off x="5455520" y="5509109"/>
              <a:ext cx="41328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AI</a:t>
              </a:r>
              <a:r>
                <a:rPr lang="ko-KR" altLang="en-US" sz="2400" dirty="0">
                  <a:solidFill>
                    <a:schemeClr val="bg1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야</a:t>
              </a:r>
              <a:r>
                <a:rPr lang="en-US" altLang="ko-KR" sz="2400" dirty="0">
                  <a:solidFill>
                    <a:schemeClr val="bg1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, </a:t>
              </a:r>
              <a:r>
                <a:rPr lang="ko-KR" altLang="en-US" sz="2400" dirty="0">
                  <a:solidFill>
                    <a:schemeClr val="bg1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출제자가 낸 카드가 </a:t>
              </a:r>
              <a:r>
                <a:rPr lang="ko-KR" altLang="en-US" sz="2400" dirty="0" err="1">
                  <a:solidFill>
                    <a:schemeClr val="bg1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뭘까</a:t>
              </a:r>
              <a:r>
                <a:rPr lang="en-US" altLang="ko-KR" sz="2400" dirty="0">
                  <a:solidFill>
                    <a:schemeClr val="bg1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?</a:t>
              </a:r>
              <a:endParaRPr lang="ko-KR" altLang="en-US" sz="2400" dirty="0">
                <a:solidFill>
                  <a:schemeClr val="bg1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6BFA289-307A-CB16-7282-4ABD1C386BC2}"/>
                </a:ext>
              </a:extLst>
            </p:cNvPr>
            <p:cNvGrpSpPr/>
            <p:nvPr/>
          </p:nvGrpSpPr>
          <p:grpSpPr>
            <a:xfrm>
              <a:off x="1057991" y="5306735"/>
              <a:ext cx="3910948" cy="866415"/>
              <a:chOff x="2590800" y="1578780"/>
              <a:chExt cx="4274820" cy="985246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6D774BA1-5102-D9A7-9457-4BFBD42FA15D}"/>
                  </a:ext>
                </a:extLst>
              </p:cNvPr>
              <p:cNvSpPr/>
              <p:nvPr/>
            </p:nvSpPr>
            <p:spPr>
              <a:xfrm>
                <a:off x="2590800" y="1578780"/>
                <a:ext cx="4274820" cy="985246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3BEAD17-213F-6BB2-7631-652D2C1E89A9}"/>
                  </a:ext>
                </a:extLst>
              </p:cNvPr>
              <p:cNvSpPr txBox="1"/>
              <p:nvPr/>
            </p:nvSpPr>
            <p:spPr>
              <a:xfrm>
                <a:off x="2724081" y="1818989"/>
                <a:ext cx="3283872" cy="594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800" dirty="0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3. </a:t>
                </a:r>
                <a:r>
                  <a:rPr lang="ko-KR" altLang="en-US" sz="2800" dirty="0">
                    <a:latin typeface="G마켓 산스 Bold" panose="02000000000000000000" pitchFamily="50" charset="-127"/>
                    <a:ea typeface="G마켓 산스 Bold" panose="02000000000000000000" pitchFamily="50" charset="-127"/>
                  </a:rPr>
                  <a:t>정답 카드 예측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433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F0A42-7D1B-FEB4-65BE-027BC8D4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그룹 45">
            <a:extLst>
              <a:ext uri="{FF2B5EF4-FFF2-40B4-BE49-F238E27FC236}">
                <a16:creationId xmlns:a16="http://schemas.microsoft.com/office/drawing/2014/main" id="{B9E3B3AC-BF5B-6D80-A4FB-16D92F1648C1}"/>
              </a:ext>
            </a:extLst>
          </p:cNvPr>
          <p:cNvGrpSpPr/>
          <p:nvPr/>
        </p:nvGrpSpPr>
        <p:grpSpPr>
          <a:xfrm>
            <a:off x="586037" y="2670714"/>
            <a:ext cx="3792350" cy="624537"/>
            <a:chOff x="1671191" y="1768761"/>
            <a:chExt cx="3792350" cy="624537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9ED9ECC-725F-D6A6-F801-EA63A951C2F1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AE6853D-9643-FA85-68A2-F4C9542A5C01}"/>
                </a:ext>
              </a:extLst>
            </p:cNvPr>
            <p:cNvSpPr txBox="1"/>
            <p:nvPr/>
          </p:nvSpPr>
          <p:spPr>
            <a:xfrm>
              <a:off x="4221872" y="1884524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sample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DEFCFC-8FDD-10EF-41F1-8058643BABD1}"/>
                </a:ext>
              </a:extLst>
            </p:cNvPr>
            <p:cNvSpPr txBox="1"/>
            <p:nvPr/>
          </p:nvSpPr>
          <p:spPr>
            <a:xfrm>
              <a:off x="1783383" y="1884524"/>
              <a:ext cx="2279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전체 샘플의 개수 </a:t>
              </a:r>
              <a:r>
                <a:rPr lang="en-US" altLang="ko-KR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(int)</a:t>
              </a:r>
              <a:endPara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03266D6-4DE8-B8A1-16E3-F00CB58B7EEF}"/>
              </a:ext>
            </a:extLst>
          </p:cNvPr>
          <p:cNvGrpSpPr/>
          <p:nvPr/>
        </p:nvGrpSpPr>
        <p:grpSpPr>
          <a:xfrm>
            <a:off x="584858" y="3675888"/>
            <a:ext cx="3792350" cy="624537"/>
            <a:chOff x="1671191" y="1768761"/>
            <a:chExt cx="3792350" cy="624537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C0B0B28D-9789-DADE-1720-00E13CF9E602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6B59BDC-8110-ECDF-DC68-0B03A7C9A615}"/>
                </a:ext>
              </a:extLst>
            </p:cNvPr>
            <p:cNvSpPr txBox="1"/>
            <p:nvPr/>
          </p:nvSpPr>
          <p:spPr>
            <a:xfrm>
              <a:off x="4130511" y="1896363"/>
              <a:ext cx="1293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features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F2A11D-8312-B0B6-B086-55247B7698CA}"/>
                </a:ext>
              </a:extLst>
            </p:cNvPr>
            <p:cNvSpPr txBox="1"/>
            <p:nvPr/>
          </p:nvSpPr>
          <p:spPr>
            <a:xfrm>
              <a:off x="1783383" y="1884524"/>
              <a:ext cx="25170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설명 텍스트 정보 </a:t>
              </a:r>
              <a:r>
                <a:rPr lang="en-US" altLang="ko-KR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(int[])</a:t>
              </a:r>
              <a:endPara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8257F03-8BBA-3C28-F001-C580FDECD99B}"/>
              </a:ext>
            </a:extLst>
          </p:cNvPr>
          <p:cNvGrpSpPr/>
          <p:nvPr/>
        </p:nvGrpSpPr>
        <p:grpSpPr>
          <a:xfrm>
            <a:off x="8492691" y="2670739"/>
            <a:ext cx="2915866" cy="1629686"/>
            <a:chOff x="8102719" y="2464263"/>
            <a:chExt cx="2915866" cy="1629686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F8FA33B9-B97B-DA6C-0247-C8893F8FDBCD}"/>
                </a:ext>
              </a:extLst>
            </p:cNvPr>
            <p:cNvSpPr/>
            <p:nvPr/>
          </p:nvSpPr>
          <p:spPr>
            <a:xfrm>
              <a:off x="8102719" y="2464263"/>
              <a:ext cx="2915866" cy="1629686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5C68438-21D7-6475-8D99-CF4BA99D4C07}"/>
                </a:ext>
              </a:extLst>
            </p:cNvPr>
            <p:cNvSpPr txBox="1"/>
            <p:nvPr/>
          </p:nvSpPr>
          <p:spPr>
            <a:xfrm>
              <a:off x="8197939" y="2678941"/>
              <a:ext cx="272542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Probability</a:t>
              </a:r>
            </a:p>
            <a:p>
              <a:pPr algn="ctr"/>
              <a:endParaRPr lang="en-US" altLang="ko-KR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  <a:p>
              <a:pPr algn="ctr"/>
              <a:r>
                <a:rPr lang="en-US" altLang="ko-KR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(0~1 </a:t>
              </a:r>
              <a:r>
                <a:rPr lang="ko-KR" altLang="en-US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사이 값</a:t>
              </a:r>
              <a:r>
                <a:rPr lang="en-US" altLang="ko-KR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)</a:t>
              </a:r>
              <a:r>
                <a:rPr lang="ko-KR" altLang="en-US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 </a:t>
              </a:r>
              <a:r>
                <a:rPr lang="en-US" altLang="ko-KR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x N,</a:t>
              </a:r>
            </a:p>
            <a:p>
              <a:pPr algn="ctr"/>
              <a:r>
                <a:rPr lang="ko-KR" altLang="en-US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전체 카드에 대한 정답 확률</a:t>
              </a:r>
              <a:endParaRPr lang="en-US" altLang="ko-KR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</p:grpSp>
      <p:sp>
        <p:nvSpPr>
          <p:cNvPr id="54" name="이등변 삼각형 53">
            <a:extLst>
              <a:ext uri="{FF2B5EF4-FFF2-40B4-BE49-F238E27FC236}">
                <a16:creationId xmlns:a16="http://schemas.microsoft.com/office/drawing/2014/main" id="{5FC0E449-9279-05FC-C085-BFDAFA74C8B8}"/>
              </a:ext>
            </a:extLst>
          </p:cNvPr>
          <p:cNvSpPr/>
          <p:nvPr/>
        </p:nvSpPr>
        <p:spPr>
          <a:xfrm rot="5400000">
            <a:off x="4455957" y="3164915"/>
            <a:ext cx="655320" cy="528171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4306AC24-4245-4743-F53B-B50B0C137037}"/>
              </a:ext>
            </a:extLst>
          </p:cNvPr>
          <p:cNvSpPr/>
          <p:nvPr/>
        </p:nvSpPr>
        <p:spPr>
          <a:xfrm>
            <a:off x="5141606" y="1555906"/>
            <a:ext cx="426232" cy="4076700"/>
          </a:xfrm>
          <a:prstGeom prst="roundRect">
            <a:avLst>
              <a:gd name="adj" fmla="val 7675"/>
            </a:avLst>
          </a:prstGeom>
          <a:solidFill>
            <a:srgbClr val="D9D9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4CAF2EE-E691-8528-D8EB-1D4F94D801A4}"/>
              </a:ext>
            </a:extLst>
          </p:cNvPr>
          <p:cNvSpPr/>
          <p:nvPr/>
        </p:nvSpPr>
        <p:spPr>
          <a:xfrm>
            <a:off x="5743733" y="1555906"/>
            <a:ext cx="426232" cy="4076700"/>
          </a:xfrm>
          <a:prstGeom prst="roundRect">
            <a:avLst>
              <a:gd name="adj" fmla="val 7675"/>
            </a:avLst>
          </a:prstGeom>
          <a:solidFill>
            <a:srgbClr val="D9D9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88C7D52-1118-B5FF-B2F6-FDD90AE1F911}"/>
              </a:ext>
            </a:extLst>
          </p:cNvPr>
          <p:cNvSpPr/>
          <p:nvPr/>
        </p:nvSpPr>
        <p:spPr>
          <a:xfrm>
            <a:off x="6328972" y="1555906"/>
            <a:ext cx="426232" cy="4076700"/>
          </a:xfrm>
          <a:prstGeom prst="roundRect">
            <a:avLst>
              <a:gd name="adj" fmla="val 7675"/>
            </a:avLst>
          </a:prstGeom>
          <a:solidFill>
            <a:srgbClr val="D9D9D9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4C157A0-8EB6-7B26-849A-E16B4D8CB72F}"/>
              </a:ext>
            </a:extLst>
          </p:cNvPr>
          <p:cNvSpPr/>
          <p:nvPr/>
        </p:nvSpPr>
        <p:spPr>
          <a:xfrm>
            <a:off x="7703718" y="1555906"/>
            <a:ext cx="426232" cy="4076700"/>
          </a:xfrm>
          <a:prstGeom prst="roundRect">
            <a:avLst>
              <a:gd name="adj" fmla="val 7675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4CA51864-3E73-CE78-3EB3-1761BA051420}"/>
              </a:ext>
            </a:extLst>
          </p:cNvPr>
          <p:cNvSpPr/>
          <p:nvPr/>
        </p:nvSpPr>
        <p:spPr>
          <a:xfrm>
            <a:off x="6897905" y="3394075"/>
            <a:ext cx="182346" cy="18096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DC14E75C-1B13-9804-7A78-74C0AB1D6A85}"/>
              </a:ext>
            </a:extLst>
          </p:cNvPr>
          <p:cNvSpPr/>
          <p:nvPr/>
        </p:nvSpPr>
        <p:spPr>
          <a:xfrm>
            <a:off x="7158631" y="3394074"/>
            <a:ext cx="182346" cy="18096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D6F05675-33D7-1142-1D5F-68B19F00AC53}"/>
              </a:ext>
            </a:extLst>
          </p:cNvPr>
          <p:cNvSpPr/>
          <p:nvPr/>
        </p:nvSpPr>
        <p:spPr>
          <a:xfrm>
            <a:off x="7419357" y="3394073"/>
            <a:ext cx="182346" cy="18096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6A24F10-581A-64D8-0F34-B155DD8F89E8}"/>
              </a:ext>
            </a:extLst>
          </p:cNvPr>
          <p:cNvSpPr txBox="1"/>
          <p:nvPr/>
        </p:nvSpPr>
        <p:spPr>
          <a:xfrm>
            <a:off x="7016587" y="918782"/>
            <a:ext cx="1800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err="1"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softMax</a:t>
            </a:r>
            <a:endParaRPr lang="ko-KR" altLang="en-US" sz="3200" dirty="0">
              <a:solidFill>
                <a:schemeClr val="bg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F9D2133-FBE0-C195-92F1-7D9D6386B6B3}"/>
              </a:ext>
            </a:extLst>
          </p:cNvPr>
          <p:cNvGrpSpPr/>
          <p:nvPr/>
        </p:nvGrpSpPr>
        <p:grpSpPr>
          <a:xfrm>
            <a:off x="1093" y="125507"/>
            <a:ext cx="12192000" cy="568795"/>
            <a:chOff x="1093" y="125507"/>
            <a:chExt cx="12192000" cy="56879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639ECA-D0A6-9E15-689D-9EFC2E13C3B8}"/>
                </a:ext>
              </a:extLst>
            </p:cNvPr>
            <p:cNvSpPr txBox="1"/>
            <p:nvPr/>
          </p:nvSpPr>
          <p:spPr>
            <a:xfrm>
              <a:off x="1057991" y="324970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개요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E6E8CEB-A855-1764-4963-364E51643594}"/>
                </a:ext>
              </a:extLst>
            </p:cNvPr>
            <p:cNvSpPr txBox="1"/>
            <p:nvPr/>
          </p:nvSpPr>
          <p:spPr>
            <a:xfrm>
              <a:off x="3800282" y="324970"/>
              <a:ext cx="1136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초기 모델</a:t>
              </a: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97E0849-2502-DB74-EAFF-AB1D1DB56041}"/>
                </a:ext>
              </a:extLst>
            </p:cNvPr>
            <p:cNvGrpSpPr/>
            <p:nvPr/>
          </p:nvGrpSpPr>
          <p:grpSpPr>
            <a:xfrm>
              <a:off x="1093" y="125507"/>
              <a:ext cx="12192000" cy="141761"/>
              <a:chOff x="0" y="157370"/>
              <a:chExt cx="12192000" cy="141761"/>
            </a:xfrm>
          </p:grpSpPr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9B5402DA-2AD3-DBF4-7FF6-74F879E3A5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228600"/>
                <a:ext cx="12192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5748A91F-A1A9-5328-FD38-E6C5FD5A51ED}"/>
                  </a:ext>
                </a:extLst>
              </p:cNvPr>
              <p:cNvSpPr/>
              <p:nvPr/>
            </p:nvSpPr>
            <p:spPr>
              <a:xfrm>
                <a:off x="1299912" y="157370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32078534-7087-85DB-4224-530736A16AFF}"/>
                  </a:ext>
                </a:extLst>
              </p:cNvPr>
              <p:cNvSpPr/>
              <p:nvPr/>
            </p:nvSpPr>
            <p:spPr>
              <a:xfrm>
                <a:off x="4286310" y="157370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EDD54291-8AD1-DB51-DF8D-8661B9A9166E}"/>
                  </a:ext>
                </a:extLst>
              </p:cNvPr>
              <p:cNvSpPr/>
              <p:nvPr/>
            </p:nvSpPr>
            <p:spPr>
              <a:xfrm>
                <a:off x="10678309" y="158068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CD39550-F8D7-5615-5405-135BCB4E46F5}"/>
                </a:ext>
              </a:extLst>
            </p:cNvPr>
            <p:cNvSpPr/>
            <p:nvPr/>
          </p:nvSpPr>
          <p:spPr>
            <a:xfrm>
              <a:off x="7763536" y="125507"/>
              <a:ext cx="141063" cy="14106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A9066951-024D-C3D5-0FC1-078A30FD8E9B}"/>
              </a:ext>
            </a:extLst>
          </p:cNvPr>
          <p:cNvSpPr txBox="1"/>
          <p:nvPr/>
        </p:nvSpPr>
        <p:spPr>
          <a:xfrm>
            <a:off x="7265644" y="32497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개선 모델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9B760E-AB55-491B-9D6B-014FF7E6BC07}"/>
              </a:ext>
            </a:extLst>
          </p:cNvPr>
          <p:cNvSpPr txBox="1"/>
          <p:nvPr/>
        </p:nvSpPr>
        <p:spPr>
          <a:xfrm>
            <a:off x="10325783" y="324970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시사점</a:t>
            </a:r>
          </a:p>
        </p:txBody>
      </p:sp>
    </p:spTree>
    <p:extLst>
      <p:ext uri="{BB962C8B-B14F-4D97-AF65-F5344CB8AC3E}">
        <p14:creationId xmlns:p14="http://schemas.microsoft.com/office/powerpoint/2010/main" val="314812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2171B-E34F-44C8-627F-E22964F2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사각형: 둥근 모서리 1047">
            <a:extLst>
              <a:ext uri="{FF2B5EF4-FFF2-40B4-BE49-F238E27FC236}">
                <a16:creationId xmlns:a16="http://schemas.microsoft.com/office/drawing/2014/main" id="{151113FF-BC42-0A97-F4F6-9BCFF03D82B2}"/>
              </a:ext>
            </a:extLst>
          </p:cNvPr>
          <p:cNvSpPr/>
          <p:nvPr/>
        </p:nvSpPr>
        <p:spPr>
          <a:xfrm>
            <a:off x="147072" y="2735532"/>
            <a:ext cx="4140560" cy="3873712"/>
          </a:xfrm>
          <a:prstGeom prst="roundRect">
            <a:avLst>
              <a:gd name="adj" fmla="val 11055"/>
            </a:avLst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E58D6B6-DA07-E45C-874D-2026B4CFD884}"/>
              </a:ext>
            </a:extLst>
          </p:cNvPr>
          <p:cNvGrpSpPr/>
          <p:nvPr/>
        </p:nvGrpSpPr>
        <p:grpSpPr>
          <a:xfrm>
            <a:off x="5743099" y="3185600"/>
            <a:ext cx="3308156" cy="624537"/>
            <a:chOff x="1671191" y="1768761"/>
            <a:chExt cx="3792350" cy="62453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1CEAE0B-59D6-497B-1925-BB74BC6217FC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A02AF5-A081-072D-2665-E87BE4ADBC66}"/>
                </a:ext>
              </a:extLst>
            </p:cNvPr>
            <p:cNvSpPr txBox="1"/>
            <p:nvPr/>
          </p:nvSpPr>
          <p:spPr>
            <a:xfrm>
              <a:off x="2576703" y="1896363"/>
              <a:ext cx="1981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Embedding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A0935A5-0C39-0206-557B-6C86FF072F79}"/>
              </a:ext>
            </a:extLst>
          </p:cNvPr>
          <p:cNvGrpSpPr/>
          <p:nvPr/>
        </p:nvGrpSpPr>
        <p:grpSpPr>
          <a:xfrm>
            <a:off x="5743096" y="4994745"/>
            <a:ext cx="3308156" cy="624537"/>
            <a:chOff x="1671191" y="1768761"/>
            <a:chExt cx="3792350" cy="624537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0815834D-CAD2-60A4-06B8-1FF7A733A1E7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B92BB9A-0F63-897C-A996-B79EA81718AB}"/>
                </a:ext>
              </a:extLst>
            </p:cNvPr>
            <p:cNvSpPr txBox="1"/>
            <p:nvPr/>
          </p:nvSpPr>
          <p:spPr>
            <a:xfrm>
              <a:off x="2596915" y="1889094"/>
              <a:ext cx="18931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Dense </a:t>
              </a:r>
              <a:r>
                <a:rPr lang="en-US" altLang="ko-KR" sz="11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( TBD )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A699463-3467-AACE-6A36-83DD44AC0A9A}"/>
              </a:ext>
            </a:extLst>
          </p:cNvPr>
          <p:cNvGrpSpPr/>
          <p:nvPr/>
        </p:nvGrpSpPr>
        <p:grpSpPr>
          <a:xfrm>
            <a:off x="5743096" y="5890636"/>
            <a:ext cx="3308155" cy="624537"/>
            <a:chOff x="1671191" y="1768761"/>
            <a:chExt cx="3792350" cy="624537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062ADC2-BDAB-5AD5-2501-363C51AE3910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A7C6B48-D053-3DBF-24FF-15E79B93866E}"/>
                </a:ext>
              </a:extLst>
            </p:cNvPr>
            <p:cNvSpPr txBox="1"/>
            <p:nvPr/>
          </p:nvSpPr>
          <p:spPr>
            <a:xfrm>
              <a:off x="2415909" y="1910918"/>
              <a:ext cx="23029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Dense </a:t>
              </a:r>
              <a:r>
                <a:rPr lang="en-US" altLang="ko-KR" sz="1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( </a:t>
              </a:r>
              <a:r>
                <a:rPr lang="en-US" altLang="ko-KR" sz="1200" dirty="0" err="1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softMax</a:t>
              </a:r>
              <a:r>
                <a:rPr lang="en-US" altLang="ko-KR" sz="1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 )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4316D94-E534-2BFE-67ED-79A083EFF093}"/>
              </a:ext>
            </a:extLst>
          </p:cNvPr>
          <p:cNvSpPr txBox="1"/>
          <p:nvPr/>
        </p:nvSpPr>
        <p:spPr>
          <a:xfrm>
            <a:off x="6690893" y="102394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rgbClr val="002060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Statement</a:t>
            </a:r>
            <a:endParaRPr lang="ko-KR" altLang="en-US" dirty="0">
              <a:solidFill>
                <a:srgbClr val="002060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3CB9C6-21A3-D9B8-0CF2-1467BCFFA276}"/>
              </a:ext>
            </a:extLst>
          </p:cNvPr>
          <p:cNvSpPr txBox="1"/>
          <p:nvPr/>
        </p:nvSpPr>
        <p:spPr>
          <a:xfrm>
            <a:off x="915660" y="3877758"/>
            <a:ext cx="31149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[26, 42, 38, 15, 0, 0, 0…]</a:t>
            </a:r>
          </a:p>
          <a:p>
            <a:r>
              <a:rPr lang="en-US" altLang="ko-KR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[52, 50, 132, 0, 0, 0, 0…]</a:t>
            </a:r>
          </a:p>
          <a:p>
            <a:r>
              <a:rPr lang="en-US" altLang="ko-KR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[156, 932, 512, 969, 0…]</a:t>
            </a:r>
          </a:p>
          <a:p>
            <a:r>
              <a:rPr lang="en-US" altLang="ko-KR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…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AA7E132-62D7-D29F-75CC-9CC6DA20767A}"/>
              </a:ext>
            </a:extLst>
          </p:cNvPr>
          <p:cNvGrpSpPr/>
          <p:nvPr/>
        </p:nvGrpSpPr>
        <p:grpSpPr>
          <a:xfrm>
            <a:off x="6657088" y="2019864"/>
            <a:ext cx="1518364" cy="646331"/>
            <a:chOff x="2600300" y="465609"/>
            <a:chExt cx="1518364" cy="64633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BFB56102-0E00-B5FE-9B3D-5F7897557119}"/>
                </a:ext>
              </a:extLst>
            </p:cNvPr>
            <p:cNvGrpSpPr/>
            <p:nvPr/>
          </p:nvGrpSpPr>
          <p:grpSpPr>
            <a:xfrm>
              <a:off x="2634105" y="465609"/>
              <a:ext cx="1412566" cy="646331"/>
              <a:chOff x="1671191" y="1768761"/>
              <a:chExt cx="1619314" cy="646331"/>
            </a:xfrm>
          </p:grpSpPr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9D303490-50D2-C8A2-3AB5-0D1F21DF01CB}"/>
                  </a:ext>
                </a:extLst>
              </p:cNvPr>
              <p:cNvSpPr/>
              <p:nvPr/>
            </p:nvSpPr>
            <p:spPr>
              <a:xfrm>
                <a:off x="1671191" y="1768761"/>
                <a:ext cx="1619314" cy="646331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B5AA0CD-FFBB-1212-0460-7804D997910E}"/>
                  </a:ext>
                </a:extLst>
              </p:cNvPr>
              <p:cNvSpPr txBox="1"/>
              <p:nvPr/>
            </p:nvSpPr>
            <p:spPr>
              <a:xfrm>
                <a:off x="1813444" y="1826319"/>
                <a:ext cx="13785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dirty="0" err="1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  <a:cs typeface="ADLaM Display" panose="020F0502020204030204" pitchFamily="2" charset="0"/>
                  </a:rPr>
                  <a:t>pad_sequence</a:t>
                </a:r>
                <a:endParaRPr lang="en-US" altLang="ko-KR" sz="1100" dirty="0"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ADLaM Display" panose="020F0502020204030204" pitchFamily="2" charset="0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AAA613-1BBD-0EC3-9F1C-A8555B242373}"/>
                </a:ext>
              </a:extLst>
            </p:cNvPr>
            <p:cNvSpPr txBox="1"/>
            <p:nvPr/>
          </p:nvSpPr>
          <p:spPr>
            <a:xfrm>
              <a:off x="2600300" y="774158"/>
              <a:ext cx="15183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시퀀스 배열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 </a:t>
              </a:r>
              <a:r>
                <a:rPr lang="en-US" altLang="ko-KR" sz="1100" dirty="0" err="1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len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 = 474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E4E6FFEA-E2AA-6654-316B-09B138C563C2}"/>
              </a:ext>
            </a:extLst>
          </p:cNvPr>
          <p:cNvGrpSpPr/>
          <p:nvPr/>
        </p:nvGrpSpPr>
        <p:grpSpPr>
          <a:xfrm>
            <a:off x="5743098" y="754278"/>
            <a:ext cx="3308156" cy="2083131"/>
            <a:chOff x="3006672" y="811909"/>
            <a:chExt cx="3308156" cy="2083131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DA7A403A-BB26-B1C1-DB8D-F722E4569E0B}"/>
                </a:ext>
              </a:extLst>
            </p:cNvPr>
            <p:cNvSpPr/>
            <p:nvPr/>
          </p:nvSpPr>
          <p:spPr>
            <a:xfrm>
              <a:off x="3006672" y="811909"/>
              <a:ext cx="3308156" cy="2083131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DF9996-283E-DAF6-537C-CDE0570E4E0E}"/>
                </a:ext>
              </a:extLst>
            </p:cNvPr>
            <p:cNvSpPr txBox="1"/>
            <p:nvPr/>
          </p:nvSpPr>
          <p:spPr>
            <a:xfrm>
              <a:off x="3126081" y="859727"/>
              <a:ext cx="1451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preprocessing</a:t>
              </a:r>
              <a:endParaRPr lang="ko-KR" altLang="en-US" sz="1200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EE3227A-D9F9-25B1-C577-6049A8924A90}"/>
              </a:ext>
            </a:extLst>
          </p:cNvPr>
          <p:cNvGrpSpPr/>
          <p:nvPr/>
        </p:nvGrpSpPr>
        <p:grpSpPr>
          <a:xfrm>
            <a:off x="3726385" y="2401162"/>
            <a:ext cx="1412566" cy="737827"/>
            <a:chOff x="2634105" y="465609"/>
            <a:chExt cx="1412566" cy="737827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79B8D546-2E2E-3ECC-DAFB-BB51D9D0A00F}"/>
                </a:ext>
              </a:extLst>
            </p:cNvPr>
            <p:cNvGrpSpPr/>
            <p:nvPr/>
          </p:nvGrpSpPr>
          <p:grpSpPr>
            <a:xfrm>
              <a:off x="2634105" y="465609"/>
              <a:ext cx="1412566" cy="737827"/>
              <a:chOff x="1671191" y="1768761"/>
              <a:chExt cx="1619314" cy="737827"/>
            </a:xfrm>
          </p:grpSpPr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42D1F518-85CB-E174-C06F-A3D6736BDE71}"/>
                  </a:ext>
                </a:extLst>
              </p:cNvPr>
              <p:cNvSpPr/>
              <p:nvPr/>
            </p:nvSpPr>
            <p:spPr>
              <a:xfrm>
                <a:off x="1671191" y="1768761"/>
                <a:ext cx="1619314" cy="737827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1E70F8E-7609-CB27-B0A0-F3762BE86F33}"/>
                  </a:ext>
                </a:extLst>
              </p:cNvPr>
              <p:cNvSpPr txBox="1"/>
              <p:nvPr/>
            </p:nvSpPr>
            <p:spPr>
              <a:xfrm>
                <a:off x="1952699" y="1805141"/>
                <a:ext cx="107537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dirty="0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  <a:cs typeface="ADLaM Display" panose="020F0502020204030204" pitchFamily="2" charset="0"/>
                  </a:rPr>
                  <a:t>Word2Vec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EE17062-A6C5-086C-DD25-D60265B6C114}"/>
                </a:ext>
              </a:extLst>
            </p:cNvPr>
            <p:cNvSpPr txBox="1"/>
            <p:nvPr/>
          </p:nvSpPr>
          <p:spPr>
            <a:xfrm>
              <a:off x="2669677" y="763599"/>
              <a:ext cx="135806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구글 뉴스 기반</a:t>
              </a:r>
              <a:endParaRPr lang="en-US" altLang="ko-KR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endParaRPr>
            </a:p>
            <a:p>
              <a:pPr algn="ctr"/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(3_000_000, 300)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74671142-504D-32AD-4248-D3716CB0EF26}"/>
              </a:ext>
            </a:extLst>
          </p:cNvPr>
          <p:cNvGrpSpPr/>
          <p:nvPr/>
        </p:nvGrpSpPr>
        <p:grpSpPr>
          <a:xfrm>
            <a:off x="1267370" y="2813695"/>
            <a:ext cx="2541080" cy="905472"/>
            <a:chOff x="2069854" y="53214"/>
            <a:chExt cx="2541080" cy="905472"/>
          </a:xfrm>
        </p:grpSpPr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2483DF75-91C6-749B-FFBE-B99125E1B056}"/>
                </a:ext>
              </a:extLst>
            </p:cNvPr>
            <p:cNvSpPr txBox="1"/>
            <p:nvPr/>
          </p:nvSpPr>
          <p:spPr>
            <a:xfrm>
              <a:off x="2780936" y="53214"/>
              <a:ext cx="9893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dirty="0"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ADLaM Display" panose="020F0502020204030204" pitchFamily="2" charset="0"/>
                </a:rPr>
                <a:t>고유명사 처리</a:t>
              </a:r>
              <a:endParaRPr lang="en-US" altLang="ko-KR" sz="1100" dirty="0"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  <a:cs typeface="ADLaM Display" panose="020F0502020204030204" pitchFamily="2" charset="0"/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348B69FC-7C55-80E0-6FAA-81D58ECC3FB3}"/>
                </a:ext>
              </a:extLst>
            </p:cNvPr>
            <p:cNvSpPr txBox="1"/>
            <p:nvPr/>
          </p:nvSpPr>
          <p:spPr>
            <a:xfrm>
              <a:off x="2069854" y="358522"/>
              <a:ext cx="2541080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 err="1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stanford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, </a:t>
              </a:r>
              <a:r>
                <a:rPr lang="en-US" altLang="ko-KR" sz="1100" dirty="0" err="1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hitchcock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 </a:t>
              </a:r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등</a:t>
              </a:r>
              <a:endParaRPr lang="en-US" altLang="ko-KR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endParaRPr>
            </a:p>
            <a:p>
              <a:pPr algn="ctr"/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고유명사의 첫 글자를 소문자로 적은 경우</a:t>
              </a:r>
              <a:endParaRPr lang="en-US" altLang="ko-KR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endParaRPr>
            </a:p>
            <a:p>
              <a:pPr algn="ctr"/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첫 글자를 대문자로 변환</a:t>
              </a:r>
              <a:endParaRPr lang="en-US" altLang="ko-KR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0D69D8E-3887-A5CE-D340-C94B0CFB08DC}"/>
              </a:ext>
            </a:extLst>
          </p:cNvPr>
          <p:cNvGrpSpPr/>
          <p:nvPr/>
        </p:nvGrpSpPr>
        <p:grpSpPr>
          <a:xfrm>
            <a:off x="6690893" y="1173628"/>
            <a:ext cx="1412566" cy="646331"/>
            <a:chOff x="2634105" y="465609"/>
            <a:chExt cx="1412566" cy="64633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BC0DA629-6FB2-0DEC-6777-B4D6AF27DC8E}"/>
                </a:ext>
              </a:extLst>
            </p:cNvPr>
            <p:cNvGrpSpPr/>
            <p:nvPr/>
          </p:nvGrpSpPr>
          <p:grpSpPr>
            <a:xfrm>
              <a:off x="2634105" y="465609"/>
              <a:ext cx="1412566" cy="646331"/>
              <a:chOff x="1671191" y="1768761"/>
              <a:chExt cx="1619314" cy="646331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8B147531-8BDD-77EE-EEEE-5F77C3DE3154}"/>
                  </a:ext>
                </a:extLst>
              </p:cNvPr>
              <p:cNvSpPr/>
              <p:nvPr/>
            </p:nvSpPr>
            <p:spPr>
              <a:xfrm>
                <a:off x="1671191" y="1768761"/>
                <a:ext cx="1619314" cy="646331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79530D-C95C-3195-A8D2-896E632D5FD3}"/>
                  </a:ext>
                </a:extLst>
              </p:cNvPr>
              <p:cNvSpPr txBox="1"/>
              <p:nvPr/>
            </p:nvSpPr>
            <p:spPr>
              <a:xfrm>
                <a:off x="1994612" y="1843115"/>
                <a:ext cx="9834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dirty="0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  <a:cs typeface="ADLaM Display" panose="020F0502020204030204" pitchFamily="2" charset="0"/>
                  </a:rPr>
                  <a:t>Tokenizer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F484123-BB10-DA0B-D216-13BC74663EB5}"/>
                </a:ext>
              </a:extLst>
            </p:cNvPr>
            <p:cNvSpPr txBox="1"/>
            <p:nvPr/>
          </p:nvSpPr>
          <p:spPr>
            <a:xfrm>
              <a:off x="2682195" y="770147"/>
              <a:ext cx="13644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개별 단어 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32100</a:t>
              </a:r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개</a:t>
              </a:r>
              <a:endParaRPr lang="en-US" altLang="ko-KR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endParaRPr>
            </a:p>
          </p:txBody>
        </p:sp>
      </p:grp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C9DA7EF-E94E-4B80-D765-429710E389CC}"/>
              </a:ext>
            </a:extLst>
          </p:cNvPr>
          <p:cNvCxnSpPr>
            <a:cxnSpLocks/>
          </p:cNvCxnSpPr>
          <p:nvPr/>
        </p:nvCxnSpPr>
        <p:spPr>
          <a:xfrm>
            <a:off x="7397172" y="477428"/>
            <a:ext cx="0" cy="2768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C1B3561-E7F2-4726-F84A-409655B9DFF0}"/>
              </a:ext>
            </a:extLst>
          </p:cNvPr>
          <p:cNvCxnSpPr>
            <a:cxnSpLocks/>
          </p:cNvCxnSpPr>
          <p:nvPr/>
        </p:nvCxnSpPr>
        <p:spPr>
          <a:xfrm>
            <a:off x="7376337" y="2862139"/>
            <a:ext cx="0" cy="2768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1362ACE-7A9F-899F-9D8B-CE492F9A55DE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7397175" y="1819959"/>
            <a:ext cx="1" cy="1999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4B10A6C6-85C3-692C-A09E-581B717D94F3}"/>
              </a:ext>
            </a:extLst>
          </p:cNvPr>
          <p:cNvCxnSpPr>
            <a:cxnSpLocks/>
            <a:stCxn id="5" idx="1"/>
            <a:endCxn id="59" idx="0"/>
          </p:cNvCxnSpPr>
          <p:nvPr/>
        </p:nvCxnSpPr>
        <p:spPr>
          <a:xfrm rot="10800000" flipV="1">
            <a:off x="4432669" y="1496794"/>
            <a:ext cx="2258225" cy="90436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FBEA366-52AD-96EC-D939-002554769C90}"/>
              </a:ext>
            </a:extLst>
          </p:cNvPr>
          <p:cNvSpPr txBox="1"/>
          <p:nvPr/>
        </p:nvSpPr>
        <p:spPr>
          <a:xfrm>
            <a:off x="4452529" y="3580667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(as weights)</a:t>
            </a:r>
            <a:endParaRPr lang="ko-KR" altLang="en-US" sz="1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1032" name="연결선: 꺾임 1031">
            <a:extLst>
              <a:ext uri="{FF2B5EF4-FFF2-40B4-BE49-F238E27FC236}">
                <a16:creationId xmlns:a16="http://schemas.microsoft.com/office/drawing/2014/main" id="{E0CA488E-8929-565D-26D8-B66F1960E423}"/>
              </a:ext>
            </a:extLst>
          </p:cNvPr>
          <p:cNvCxnSpPr>
            <a:cxnSpLocks/>
            <a:stCxn id="59" idx="2"/>
            <a:endCxn id="13" idx="1"/>
          </p:cNvCxnSpPr>
          <p:nvPr/>
        </p:nvCxnSpPr>
        <p:spPr>
          <a:xfrm rot="16200000" flipH="1">
            <a:off x="4908443" y="2663213"/>
            <a:ext cx="358880" cy="131043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직선 화살표 연결선 1036">
            <a:extLst>
              <a:ext uri="{FF2B5EF4-FFF2-40B4-BE49-F238E27FC236}">
                <a16:creationId xmlns:a16="http://schemas.microsoft.com/office/drawing/2014/main" id="{D3992268-430E-EA51-DCE7-A7724D42AB3D}"/>
              </a:ext>
            </a:extLst>
          </p:cNvPr>
          <p:cNvCxnSpPr/>
          <p:nvPr/>
        </p:nvCxnSpPr>
        <p:spPr>
          <a:xfrm>
            <a:off x="783760" y="4020089"/>
            <a:ext cx="0" cy="24950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683C1211-067E-4755-6207-52A2792A95E8}"/>
              </a:ext>
            </a:extLst>
          </p:cNvPr>
          <p:cNvSpPr txBox="1"/>
          <p:nvPr/>
        </p:nvSpPr>
        <p:spPr>
          <a:xfrm>
            <a:off x="220223" y="4020089"/>
            <a:ext cx="6222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30000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1043" name="직선 화살표 연결선 1042">
            <a:extLst>
              <a:ext uri="{FF2B5EF4-FFF2-40B4-BE49-F238E27FC236}">
                <a16:creationId xmlns:a16="http://schemas.microsoft.com/office/drawing/2014/main" id="{CE15C84F-F207-48AD-56F0-0BF152EA535E}"/>
              </a:ext>
            </a:extLst>
          </p:cNvPr>
          <p:cNvCxnSpPr>
            <a:cxnSpLocks/>
          </p:cNvCxnSpPr>
          <p:nvPr/>
        </p:nvCxnSpPr>
        <p:spPr>
          <a:xfrm>
            <a:off x="1012893" y="3790361"/>
            <a:ext cx="287215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F6ADD6C2-B7DE-4D0E-2753-37F8197C59D4}"/>
              </a:ext>
            </a:extLst>
          </p:cNvPr>
          <p:cNvSpPr txBox="1"/>
          <p:nvPr/>
        </p:nvSpPr>
        <p:spPr>
          <a:xfrm>
            <a:off x="915660" y="3544140"/>
            <a:ext cx="4459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300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1050" name="직선 화살표 연결선 1049">
            <a:extLst>
              <a:ext uri="{FF2B5EF4-FFF2-40B4-BE49-F238E27FC236}">
                <a16:creationId xmlns:a16="http://schemas.microsoft.com/office/drawing/2014/main" id="{41FDFBCD-3C46-8EDD-94FB-C79958C2AFB7}"/>
              </a:ext>
            </a:extLst>
          </p:cNvPr>
          <p:cNvCxnSpPr>
            <a:cxnSpLocks/>
            <a:endCxn id="1056" idx="0"/>
          </p:cNvCxnSpPr>
          <p:nvPr/>
        </p:nvCxnSpPr>
        <p:spPr>
          <a:xfrm flipH="1">
            <a:off x="7397174" y="3843147"/>
            <a:ext cx="2523" cy="2383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직선 화살표 연결선 1050">
            <a:extLst>
              <a:ext uri="{FF2B5EF4-FFF2-40B4-BE49-F238E27FC236}">
                <a16:creationId xmlns:a16="http://schemas.microsoft.com/office/drawing/2014/main" id="{C7D10797-CBB3-5F97-C462-890B2D01B482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7397174" y="5619282"/>
            <a:ext cx="0" cy="2713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8CFFBF0B-6851-2300-383D-B4D2EB6754BB}"/>
              </a:ext>
            </a:extLst>
          </p:cNvPr>
          <p:cNvGrpSpPr/>
          <p:nvPr/>
        </p:nvGrpSpPr>
        <p:grpSpPr>
          <a:xfrm>
            <a:off x="5743096" y="4081491"/>
            <a:ext cx="3308156" cy="624537"/>
            <a:chOff x="1671191" y="1768761"/>
            <a:chExt cx="3792350" cy="624537"/>
          </a:xfrm>
        </p:grpSpPr>
        <p:sp>
          <p:nvSpPr>
            <p:cNvPr id="1056" name="사각형: 둥근 모서리 1055">
              <a:extLst>
                <a:ext uri="{FF2B5EF4-FFF2-40B4-BE49-F238E27FC236}">
                  <a16:creationId xmlns:a16="http://schemas.microsoft.com/office/drawing/2014/main" id="{317B6657-CEF3-2082-526A-DC03D0AF95C8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DE805AD9-B799-8A50-D650-ED1B44A7D981}"/>
                </a:ext>
              </a:extLst>
            </p:cNvPr>
            <p:cNvSpPr txBox="1"/>
            <p:nvPr/>
          </p:nvSpPr>
          <p:spPr>
            <a:xfrm>
              <a:off x="2868746" y="1887770"/>
              <a:ext cx="1275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Flatten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cxnSp>
        <p:nvCxnSpPr>
          <p:cNvPr id="1058" name="직선 화살표 연결선 1057">
            <a:extLst>
              <a:ext uri="{FF2B5EF4-FFF2-40B4-BE49-F238E27FC236}">
                <a16:creationId xmlns:a16="http://schemas.microsoft.com/office/drawing/2014/main" id="{630561DE-49D7-7D07-31EE-FFDB42B87DED}"/>
              </a:ext>
            </a:extLst>
          </p:cNvPr>
          <p:cNvCxnSpPr>
            <a:cxnSpLocks/>
            <a:stCxn id="1056" idx="2"/>
            <a:endCxn id="26" idx="0"/>
          </p:cNvCxnSpPr>
          <p:nvPr/>
        </p:nvCxnSpPr>
        <p:spPr>
          <a:xfrm>
            <a:off x="7397174" y="4706028"/>
            <a:ext cx="0" cy="2887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76218541-DA03-EDE8-5339-F681A87E8230}"/>
              </a:ext>
            </a:extLst>
          </p:cNvPr>
          <p:cNvSpPr txBox="1"/>
          <p:nvPr/>
        </p:nvSpPr>
        <p:spPr>
          <a:xfrm>
            <a:off x="9164925" y="102394"/>
            <a:ext cx="25571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80% Train	       (92980 lines)</a:t>
            </a:r>
          </a:p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10% Validate  (11623 lines)</a:t>
            </a:r>
          </a:p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10% Test	       (11623 lines)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cxnSp>
        <p:nvCxnSpPr>
          <p:cNvPr id="1064" name="직선 연결선 1063">
            <a:extLst>
              <a:ext uri="{FF2B5EF4-FFF2-40B4-BE49-F238E27FC236}">
                <a16:creationId xmlns:a16="http://schemas.microsoft.com/office/drawing/2014/main" id="{BA511A64-587E-2955-D785-23F10273400A}"/>
              </a:ext>
            </a:extLst>
          </p:cNvPr>
          <p:cNvCxnSpPr>
            <a:cxnSpLocks/>
          </p:cNvCxnSpPr>
          <p:nvPr/>
        </p:nvCxnSpPr>
        <p:spPr>
          <a:xfrm>
            <a:off x="8175452" y="287060"/>
            <a:ext cx="995211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8" name="TextBox 1067">
            <a:extLst>
              <a:ext uri="{FF2B5EF4-FFF2-40B4-BE49-F238E27FC236}">
                <a16:creationId xmlns:a16="http://schemas.microsoft.com/office/drawing/2014/main" id="{699D3ED1-B3E1-5412-5244-F8AB1093DE62}"/>
              </a:ext>
            </a:extLst>
          </p:cNvPr>
          <p:cNvSpPr txBox="1"/>
          <p:nvPr/>
        </p:nvSpPr>
        <p:spPr>
          <a:xfrm>
            <a:off x="4249471" y="1207504"/>
            <a:ext cx="1515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(train data only)</a:t>
            </a:r>
            <a:endParaRPr lang="ko-KR" altLang="en-US" sz="1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F5F49665-5B5A-E0B9-4793-80470AEC3A08}"/>
              </a:ext>
            </a:extLst>
          </p:cNvPr>
          <p:cNvSpPr txBox="1"/>
          <p:nvPr/>
        </p:nvSpPr>
        <p:spPr>
          <a:xfrm>
            <a:off x="9123247" y="2126828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가장 긴 문장의 단어 수는 </a:t>
            </a:r>
            <a:r>
              <a:rPr lang="en-US" altLang="ko-KR" sz="1400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474</a:t>
            </a:r>
            <a:r>
              <a:rPr lang="ko-KR" altLang="en-US" sz="1400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개이므로</a:t>
            </a:r>
            <a:r>
              <a:rPr lang="en-US" altLang="ko-KR" sz="1400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,</a:t>
            </a:r>
          </a:p>
          <a:p>
            <a:r>
              <a:rPr lang="ko-KR" altLang="en-US" sz="1400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시퀀스 배열의 </a:t>
            </a:r>
            <a:r>
              <a:rPr lang="en-US" altLang="ko-KR" sz="1400" dirty="0" err="1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len</a:t>
            </a:r>
            <a:r>
              <a:rPr lang="ko-KR" altLang="en-US" sz="1400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도 </a:t>
            </a:r>
            <a:r>
              <a:rPr lang="en-US" altLang="ko-KR" sz="1400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474</a:t>
            </a:r>
            <a:endParaRPr lang="ko-KR" altLang="en-US" sz="1400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40488AC-CF86-5EDA-C573-D5C54650ADF3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9051251" y="6202905"/>
            <a:ext cx="50838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68221EA-E702-E1BF-C317-504F459D3343}"/>
              </a:ext>
            </a:extLst>
          </p:cNvPr>
          <p:cNvGrpSpPr/>
          <p:nvPr/>
        </p:nvGrpSpPr>
        <p:grpSpPr>
          <a:xfrm>
            <a:off x="9569075" y="5619282"/>
            <a:ext cx="2475853" cy="1136324"/>
            <a:chOff x="8542731" y="2957624"/>
            <a:chExt cx="2475853" cy="1136324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A5CDC45-D247-8F9A-0C02-DC9CC58FFE1C}"/>
                </a:ext>
              </a:extLst>
            </p:cNvPr>
            <p:cNvSpPr/>
            <p:nvPr/>
          </p:nvSpPr>
          <p:spPr>
            <a:xfrm>
              <a:off x="8542731" y="2957624"/>
              <a:ext cx="2475853" cy="1136324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8BD9F0-3368-F573-1133-92CE77BAEC6E}"/>
                </a:ext>
              </a:extLst>
            </p:cNvPr>
            <p:cNvSpPr txBox="1"/>
            <p:nvPr/>
          </p:nvSpPr>
          <p:spPr>
            <a:xfrm>
              <a:off x="8699271" y="3064192"/>
              <a:ext cx="216277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Probability</a:t>
              </a:r>
            </a:p>
            <a:p>
              <a:pPr algn="ctr"/>
              <a:endParaRPr lang="en-US" altLang="ko-KR" sz="1400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  <a:p>
              <a:pPr algn="ctr"/>
              <a:r>
                <a:rPr lang="en-US" altLang="ko-KR" sz="14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(0~1 </a:t>
              </a:r>
              <a:r>
                <a:rPr lang="ko-KR" altLang="en-US" sz="14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사이 값</a:t>
              </a:r>
              <a:r>
                <a:rPr lang="en-US" altLang="ko-KR" sz="14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)</a:t>
              </a:r>
              <a:r>
                <a:rPr lang="ko-KR" altLang="en-US" sz="14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 </a:t>
              </a:r>
              <a:r>
                <a:rPr lang="en-US" altLang="ko-KR" sz="14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x N,</a:t>
              </a:r>
            </a:p>
            <a:p>
              <a:pPr algn="ctr"/>
              <a:r>
                <a:rPr lang="ko-KR" altLang="en-US" sz="14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</a:rPr>
                <a:t>전체 카드에 대한 정답 확률</a:t>
              </a:r>
              <a:endParaRPr lang="en-US" altLang="ko-KR" sz="14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466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A7EDE-6DCD-B6E8-867F-DFB5B5933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>
            <a:extLst>
              <a:ext uri="{FF2B5EF4-FFF2-40B4-BE49-F238E27FC236}">
                <a16:creationId xmlns:a16="http://schemas.microsoft.com/office/drawing/2014/main" id="{57447B4C-1A67-433D-85EF-EC3615608F09}"/>
              </a:ext>
            </a:extLst>
          </p:cNvPr>
          <p:cNvGrpSpPr/>
          <p:nvPr/>
        </p:nvGrpSpPr>
        <p:grpSpPr>
          <a:xfrm>
            <a:off x="1093" y="125507"/>
            <a:ext cx="12192000" cy="784238"/>
            <a:chOff x="1093" y="125507"/>
            <a:chExt cx="12192000" cy="78423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055640B-A92A-E8B1-318C-57363E505F57}"/>
                </a:ext>
              </a:extLst>
            </p:cNvPr>
            <p:cNvSpPr txBox="1"/>
            <p:nvPr/>
          </p:nvSpPr>
          <p:spPr>
            <a:xfrm>
              <a:off x="1057991" y="324970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개요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0E0390D-3777-B96C-D308-F46B5CAB4E63}"/>
                </a:ext>
              </a:extLst>
            </p:cNvPr>
            <p:cNvSpPr txBox="1"/>
            <p:nvPr/>
          </p:nvSpPr>
          <p:spPr>
            <a:xfrm>
              <a:off x="3579710" y="324970"/>
              <a:ext cx="15779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초기 모델</a:t>
              </a:r>
              <a:endParaRPr lang="en-US" altLang="ko-KR" dirty="0">
                <a:solidFill>
                  <a:schemeClr val="bg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algn="ctr"/>
              <a:r>
                <a:rPr lang="en-US" altLang="ko-KR" sz="1400" dirty="0"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(Preprocessing)</a:t>
              </a:r>
              <a:endParaRPr lang="ko-KR" altLang="en-US" sz="1400" dirty="0">
                <a:solidFill>
                  <a:schemeClr val="bg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6700A3DC-F4A4-FF3D-120B-68D1149106BF}"/>
                </a:ext>
              </a:extLst>
            </p:cNvPr>
            <p:cNvGrpSpPr/>
            <p:nvPr/>
          </p:nvGrpSpPr>
          <p:grpSpPr>
            <a:xfrm>
              <a:off x="1093" y="125507"/>
              <a:ext cx="12192000" cy="141761"/>
              <a:chOff x="0" y="157370"/>
              <a:chExt cx="12192000" cy="141761"/>
            </a:xfrm>
          </p:grpSpPr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05513CFD-9A12-FFEF-A8F5-830C0AF73F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228600"/>
                <a:ext cx="12192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AFC0EC42-90A9-24F1-9A3B-F16064B8D417}"/>
                  </a:ext>
                </a:extLst>
              </p:cNvPr>
              <p:cNvSpPr/>
              <p:nvPr/>
            </p:nvSpPr>
            <p:spPr>
              <a:xfrm>
                <a:off x="1299912" y="157370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533E9B4E-2043-83FC-8A2B-72BC3D1943C4}"/>
                  </a:ext>
                </a:extLst>
              </p:cNvPr>
              <p:cNvSpPr/>
              <p:nvPr/>
            </p:nvSpPr>
            <p:spPr>
              <a:xfrm>
                <a:off x="4286310" y="157370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D7FC479B-5D11-188C-B009-744A3F3C6220}"/>
                  </a:ext>
                </a:extLst>
              </p:cNvPr>
              <p:cNvSpPr/>
              <p:nvPr/>
            </p:nvSpPr>
            <p:spPr>
              <a:xfrm>
                <a:off x="10678309" y="158068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C7CB8F1-3D49-3DB2-D4A1-3375491C17EF}"/>
                </a:ext>
              </a:extLst>
            </p:cNvPr>
            <p:cNvSpPr/>
            <p:nvPr/>
          </p:nvSpPr>
          <p:spPr>
            <a:xfrm>
              <a:off x="7763536" y="125507"/>
              <a:ext cx="141063" cy="14106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6C4571B-DCBF-701B-08F3-7BE5C1E68C86}"/>
              </a:ext>
            </a:extLst>
          </p:cNvPr>
          <p:cNvSpPr txBox="1"/>
          <p:nvPr/>
        </p:nvSpPr>
        <p:spPr>
          <a:xfrm>
            <a:off x="7265644" y="32497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개선 모델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0E4E39-8FDF-C491-D507-18DFF55BCD36}"/>
              </a:ext>
            </a:extLst>
          </p:cNvPr>
          <p:cNvSpPr txBox="1"/>
          <p:nvPr/>
        </p:nvSpPr>
        <p:spPr>
          <a:xfrm>
            <a:off x="10325783" y="324970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시사점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A397383-71E1-43AF-D2D4-E48809EB5A3D}"/>
              </a:ext>
            </a:extLst>
          </p:cNvPr>
          <p:cNvGrpSpPr/>
          <p:nvPr/>
        </p:nvGrpSpPr>
        <p:grpSpPr>
          <a:xfrm>
            <a:off x="1647008" y="3570751"/>
            <a:ext cx="1518364" cy="646331"/>
            <a:chOff x="2600300" y="465609"/>
            <a:chExt cx="1518364" cy="64633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49AAF752-159C-6581-5C3B-B7B697D1EEF3}"/>
                </a:ext>
              </a:extLst>
            </p:cNvPr>
            <p:cNvGrpSpPr/>
            <p:nvPr/>
          </p:nvGrpSpPr>
          <p:grpSpPr>
            <a:xfrm>
              <a:off x="2634105" y="465609"/>
              <a:ext cx="1412566" cy="646331"/>
              <a:chOff x="1671191" y="1768761"/>
              <a:chExt cx="1619314" cy="646331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A1694396-2030-700E-64B7-21F28CDDFF4A}"/>
                  </a:ext>
                </a:extLst>
              </p:cNvPr>
              <p:cNvSpPr/>
              <p:nvPr/>
            </p:nvSpPr>
            <p:spPr>
              <a:xfrm>
                <a:off x="1671191" y="1768761"/>
                <a:ext cx="1619314" cy="646331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57D708-C547-EF89-AAD2-09F2F1D444B6}"/>
                  </a:ext>
                </a:extLst>
              </p:cNvPr>
              <p:cNvSpPr txBox="1"/>
              <p:nvPr/>
            </p:nvSpPr>
            <p:spPr>
              <a:xfrm>
                <a:off x="1813444" y="1826319"/>
                <a:ext cx="13785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dirty="0" err="1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  <a:cs typeface="ADLaM Display" panose="020F0502020204030204" pitchFamily="2" charset="0"/>
                  </a:rPr>
                  <a:t>pad_sequence</a:t>
                </a:r>
                <a:endParaRPr lang="en-US" altLang="ko-KR" sz="1100" dirty="0"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ADLaM Display" panose="020F0502020204030204" pitchFamily="2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7EF3AC1-119C-5588-1623-673C2FE223A7}"/>
                </a:ext>
              </a:extLst>
            </p:cNvPr>
            <p:cNvSpPr txBox="1"/>
            <p:nvPr/>
          </p:nvSpPr>
          <p:spPr>
            <a:xfrm>
              <a:off x="2600300" y="774158"/>
              <a:ext cx="15183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시퀀스 배열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 </a:t>
              </a:r>
              <a:r>
                <a:rPr lang="en-US" altLang="ko-KR" sz="1100" dirty="0" err="1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len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 = 474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20E67AB-B31B-794C-326C-408A12E0C04C}"/>
              </a:ext>
            </a:extLst>
          </p:cNvPr>
          <p:cNvGrpSpPr/>
          <p:nvPr/>
        </p:nvGrpSpPr>
        <p:grpSpPr>
          <a:xfrm>
            <a:off x="1691785" y="2619882"/>
            <a:ext cx="1412566" cy="646331"/>
            <a:chOff x="2634105" y="465609"/>
            <a:chExt cx="1412566" cy="64633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AE00AE2-1230-8264-C6BE-96DB479D9C9D}"/>
                </a:ext>
              </a:extLst>
            </p:cNvPr>
            <p:cNvGrpSpPr/>
            <p:nvPr/>
          </p:nvGrpSpPr>
          <p:grpSpPr>
            <a:xfrm>
              <a:off x="2634105" y="465609"/>
              <a:ext cx="1412566" cy="646331"/>
              <a:chOff x="1671191" y="1768761"/>
              <a:chExt cx="1619314" cy="646331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160A5E19-5252-3DE1-B32F-1939DA6C9634}"/>
                  </a:ext>
                </a:extLst>
              </p:cNvPr>
              <p:cNvSpPr/>
              <p:nvPr/>
            </p:nvSpPr>
            <p:spPr>
              <a:xfrm>
                <a:off x="1671191" y="1768761"/>
                <a:ext cx="1619314" cy="646331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5D2069-11A2-4965-E398-E19E8B3496B2}"/>
                  </a:ext>
                </a:extLst>
              </p:cNvPr>
              <p:cNvSpPr txBox="1"/>
              <p:nvPr/>
            </p:nvSpPr>
            <p:spPr>
              <a:xfrm>
                <a:off x="1994612" y="1843115"/>
                <a:ext cx="9834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dirty="0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  <a:cs typeface="ADLaM Display" panose="020F0502020204030204" pitchFamily="2" charset="0"/>
                  </a:rPr>
                  <a:t>Tokenizer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893F56-924B-04C8-172A-54070DA971EC}"/>
                </a:ext>
              </a:extLst>
            </p:cNvPr>
            <p:cNvSpPr txBox="1"/>
            <p:nvPr/>
          </p:nvSpPr>
          <p:spPr>
            <a:xfrm>
              <a:off x="2682195" y="770147"/>
              <a:ext cx="13644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개별 단어 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32100</a:t>
              </a:r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개</a:t>
              </a:r>
              <a:endParaRPr lang="en-US" altLang="ko-KR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endParaRPr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F57B579-FB4D-15CC-A4AF-C0D7D189D8FC}"/>
              </a:ext>
            </a:extLst>
          </p:cNvPr>
          <p:cNvCxnSpPr>
            <a:cxnSpLocks/>
          </p:cNvCxnSpPr>
          <p:nvPr/>
        </p:nvCxnSpPr>
        <p:spPr>
          <a:xfrm>
            <a:off x="2364263" y="2335761"/>
            <a:ext cx="0" cy="27685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72F1E7A-4174-191B-79FD-F26269D38E56}"/>
              </a:ext>
            </a:extLst>
          </p:cNvPr>
          <p:cNvGrpSpPr/>
          <p:nvPr/>
        </p:nvGrpSpPr>
        <p:grpSpPr>
          <a:xfrm>
            <a:off x="1148817" y="1711224"/>
            <a:ext cx="2430893" cy="624537"/>
            <a:chOff x="1671191" y="1768761"/>
            <a:chExt cx="2786688" cy="624537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96CE38E-D131-328A-BF5B-2AF2A4713638}"/>
                </a:ext>
              </a:extLst>
            </p:cNvPr>
            <p:cNvSpPr/>
            <p:nvPr/>
          </p:nvSpPr>
          <p:spPr>
            <a:xfrm>
              <a:off x="1671191" y="1768761"/>
              <a:ext cx="2786688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06ABF3A-04CA-93E1-3DA6-ED1BC656CDB4}"/>
                </a:ext>
              </a:extLst>
            </p:cNvPr>
            <p:cNvSpPr txBox="1"/>
            <p:nvPr/>
          </p:nvSpPr>
          <p:spPr>
            <a:xfrm>
              <a:off x="2174022" y="1896363"/>
              <a:ext cx="17810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Statement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52B16B0-D165-616C-E1B6-9564E5CF32C0}"/>
              </a:ext>
            </a:extLst>
          </p:cNvPr>
          <p:cNvCxnSpPr>
            <a:cxnSpLocks/>
          </p:cNvCxnSpPr>
          <p:nvPr/>
        </p:nvCxnSpPr>
        <p:spPr>
          <a:xfrm>
            <a:off x="2364263" y="3266213"/>
            <a:ext cx="0" cy="27685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5D71E2D-1AFA-D4FE-5D24-96DB37005C83}"/>
              </a:ext>
            </a:extLst>
          </p:cNvPr>
          <p:cNvGrpSpPr/>
          <p:nvPr/>
        </p:nvGrpSpPr>
        <p:grpSpPr>
          <a:xfrm>
            <a:off x="710185" y="4522239"/>
            <a:ext cx="3308156" cy="624537"/>
            <a:chOff x="1671191" y="1768761"/>
            <a:chExt cx="3792350" cy="62453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B6767AC6-E16C-237D-0288-9A8C39324EF5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4147A06-38E8-433D-D2F0-340130BE24C3}"/>
                </a:ext>
              </a:extLst>
            </p:cNvPr>
            <p:cNvSpPr txBox="1"/>
            <p:nvPr/>
          </p:nvSpPr>
          <p:spPr>
            <a:xfrm>
              <a:off x="2576703" y="1896363"/>
              <a:ext cx="1981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Embedding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06E804C-60A5-9C0F-0ECA-084FC3AA768B}"/>
              </a:ext>
            </a:extLst>
          </p:cNvPr>
          <p:cNvGrpSpPr/>
          <p:nvPr/>
        </p:nvGrpSpPr>
        <p:grpSpPr>
          <a:xfrm>
            <a:off x="710185" y="5452691"/>
            <a:ext cx="3308156" cy="624537"/>
            <a:chOff x="1671191" y="1768761"/>
            <a:chExt cx="3792350" cy="624537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6E802A4E-09E2-CCE1-1B71-A8D1D4F00D52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54FEC1E-2EA1-B7A9-11F9-B1498021DF15}"/>
                </a:ext>
              </a:extLst>
            </p:cNvPr>
            <p:cNvSpPr txBox="1"/>
            <p:nvPr/>
          </p:nvSpPr>
          <p:spPr>
            <a:xfrm>
              <a:off x="2929527" y="1896363"/>
              <a:ext cx="1275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Flatten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0F76D27-C9A1-54EA-7D93-156FD5360443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2364263" y="5146776"/>
            <a:ext cx="0" cy="291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C39CB151-C347-3D5B-49A4-B9E95F7A4A86}"/>
              </a:ext>
            </a:extLst>
          </p:cNvPr>
          <p:cNvCxnSpPr>
            <a:cxnSpLocks/>
          </p:cNvCxnSpPr>
          <p:nvPr/>
        </p:nvCxnSpPr>
        <p:spPr>
          <a:xfrm>
            <a:off x="2364263" y="4217082"/>
            <a:ext cx="0" cy="28458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5B9A88B0-38C8-BAAA-B0FD-A793EF19DD70}"/>
              </a:ext>
            </a:extLst>
          </p:cNvPr>
          <p:cNvGrpSpPr/>
          <p:nvPr/>
        </p:nvGrpSpPr>
        <p:grpSpPr>
          <a:xfrm>
            <a:off x="710185" y="6383143"/>
            <a:ext cx="3308156" cy="624537"/>
            <a:chOff x="1671191" y="1768761"/>
            <a:chExt cx="3792350" cy="624537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6A39F512-EFC2-28F4-094B-6BA633326962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3E63FEA-6481-9806-EAA5-F276BDBF8241}"/>
                </a:ext>
              </a:extLst>
            </p:cNvPr>
            <p:cNvSpPr txBox="1"/>
            <p:nvPr/>
          </p:nvSpPr>
          <p:spPr>
            <a:xfrm>
              <a:off x="2670422" y="1896363"/>
              <a:ext cx="1793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Dense </a:t>
              </a:r>
              <a:r>
                <a:rPr lang="en-US" altLang="ko-KR" sz="1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(TBD)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0D3D0F7-FEC9-6DAF-4656-AFA3A7CF1712}"/>
              </a:ext>
            </a:extLst>
          </p:cNvPr>
          <p:cNvCxnSpPr>
            <a:cxnSpLocks/>
          </p:cNvCxnSpPr>
          <p:nvPr/>
        </p:nvCxnSpPr>
        <p:spPr>
          <a:xfrm>
            <a:off x="2364263" y="6077228"/>
            <a:ext cx="0" cy="291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3C5E2C-1CB0-6BF5-1B78-521AA172D513}"/>
              </a:ext>
            </a:extLst>
          </p:cNvPr>
          <p:cNvSpPr/>
          <p:nvPr/>
        </p:nvSpPr>
        <p:spPr>
          <a:xfrm>
            <a:off x="0" y="4684049"/>
            <a:ext cx="5120155" cy="2196028"/>
          </a:xfrm>
          <a:prstGeom prst="rect">
            <a:avLst/>
          </a:prstGeom>
          <a:gradFill>
            <a:gsLst>
              <a:gs pos="0">
                <a:srgbClr val="262626">
                  <a:alpha val="0"/>
                </a:srgbClr>
              </a:gs>
              <a:gs pos="61000">
                <a:srgbClr val="26262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380E686-3D46-86EA-DF62-D0D5FFCC3FA0}"/>
              </a:ext>
            </a:extLst>
          </p:cNvPr>
          <p:cNvCxnSpPr>
            <a:cxnSpLocks/>
          </p:cNvCxnSpPr>
          <p:nvPr/>
        </p:nvCxnSpPr>
        <p:spPr>
          <a:xfrm>
            <a:off x="3579710" y="2001449"/>
            <a:ext cx="1577996" cy="0"/>
          </a:xfrm>
          <a:prstGeom prst="line">
            <a:avLst/>
          </a:prstGeom>
          <a:ln w="381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DE67AA76-C3ED-A917-1B23-5F690D1813C0}"/>
              </a:ext>
            </a:extLst>
          </p:cNvPr>
          <p:cNvSpPr/>
          <p:nvPr/>
        </p:nvSpPr>
        <p:spPr>
          <a:xfrm>
            <a:off x="5066435" y="1467314"/>
            <a:ext cx="6415380" cy="4915829"/>
          </a:xfrm>
          <a:prstGeom prst="roundRect">
            <a:avLst>
              <a:gd name="adj" fmla="val 8342"/>
            </a:avLst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4EF25969-21C0-DB84-7292-D2A674E536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383" b="31454"/>
          <a:stretch/>
        </p:blipFill>
        <p:spPr>
          <a:xfrm>
            <a:off x="5362984" y="1757208"/>
            <a:ext cx="3109675" cy="898688"/>
          </a:xfrm>
          <a:prstGeom prst="rect">
            <a:avLst/>
          </a:prstGeom>
          <a:ln w="38100">
            <a:noFill/>
          </a:ln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40EC4E5-913C-58AC-099D-C3A0858A8A3E}"/>
              </a:ext>
            </a:extLst>
          </p:cNvPr>
          <p:cNvGrpSpPr/>
          <p:nvPr/>
        </p:nvGrpSpPr>
        <p:grpSpPr>
          <a:xfrm>
            <a:off x="5830340" y="4971893"/>
            <a:ext cx="5433258" cy="890623"/>
            <a:chOff x="5830340" y="4971893"/>
            <a:chExt cx="5433258" cy="890623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F0FA094-BBBF-3258-1F62-6945BA843304}"/>
                </a:ext>
              </a:extLst>
            </p:cNvPr>
            <p:cNvSpPr txBox="1"/>
            <p:nvPr/>
          </p:nvSpPr>
          <p:spPr>
            <a:xfrm>
              <a:off x="6451768" y="5031519"/>
              <a:ext cx="48118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A naked dead man with a straw </a:t>
              </a:r>
            </a:p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in his hand in the desert.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2330748-9AD9-8BBE-6157-51CFFC1BD2BC}"/>
                </a:ext>
              </a:extLst>
            </p:cNvPr>
            <p:cNvSpPr txBox="1"/>
            <p:nvPr/>
          </p:nvSpPr>
          <p:spPr>
            <a:xfrm>
              <a:off x="5830340" y="4971893"/>
              <a:ext cx="5774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>
                  <a:solidFill>
                    <a:schemeClr val="bg1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→</a:t>
              </a:r>
              <a:endParaRPr lang="en-US" altLang="ko-KR" sz="36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endParaRPr>
            </a:p>
          </p:txBody>
        </p:sp>
      </p:grpSp>
      <p:pic>
        <p:nvPicPr>
          <p:cNvPr id="107" name="그림 106">
            <a:extLst>
              <a:ext uri="{FF2B5EF4-FFF2-40B4-BE49-F238E27FC236}">
                <a16:creationId xmlns:a16="http://schemas.microsoft.com/office/drawing/2014/main" id="{F517BA3F-E8CD-7CC1-48F4-C1701140FE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106" t="68547" r="488" b="13262"/>
          <a:stretch/>
        </p:blipFill>
        <p:spPr>
          <a:xfrm>
            <a:off x="8991600" y="2634919"/>
            <a:ext cx="2329148" cy="238504"/>
          </a:xfrm>
          <a:prstGeom prst="rect">
            <a:avLst/>
          </a:prstGeom>
          <a:ln w="38100">
            <a:noFill/>
          </a:ln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BF3CAAFE-ACC6-B6BC-1D00-77D7336B5A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37" r="43364" b="13872"/>
          <a:stretch/>
        </p:blipFill>
        <p:spPr>
          <a:xfrm>
            <a:off x="5362984" y="2642193"/>
            <a:ext cx="3110744" cy="238504"/>
          </a:xfrm>
          <a:prstGeom prst="rect">
            <a:avLst/>
          </a:prstGeom>
          <a:ln w="38100">
            <a:noFill/>
          </a:ln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C4A85C65-46E3-A09A-FD5A-9307A9B8D4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244" r="350" b="31454"/>
          <a:stretch/>
        </p:blipFill>
        <p:spPr>
          <a:xfrm>
            <a:off x="8991600" y="1743505"/>
            <a:ext cx="2329148" cy="898688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36792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3.7037E-6 L 0.02422 0.2418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1" y="1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0.00093 L -0.02682 0.2428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1" y="12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B2BBF-1D17-17E6-95AB-98D6A243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>
            <a:extLst>
              <a:ext uri="{FF2B5EF4-FFF2-40B4-BE49-F238E27FC236}">
                <a16:creationId xmlns:a16="http://schemas.microsoft.com/office/drawing/2014/main" id="{E684372E-0E1C-3E02-3DB1-D8281B5155A5}"/>
              </a:ext>
            </a:extLst>
          </p:cNvPr>
          <p:cNvGrpSpPr/>
          <p:nvPr/>
        </p:nvGrpSpPr>
        <p:grpSpPr>
          <a:xfrm>
            <a:off x="1093" y="125507"/>
            <a:ext cx="12192000" cy="784238"/>
            <a:chOff x="1093" y="125507"/>
            <a:chExt cx="12192000" cy="78423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68F4E77-3B25-CA85-7237-9612C9A80AF9}"/>
                </a:ext>
              </a:extLst>
            </p:cNvPr>
            <p:cNvSpPr txBox="1"/>
            <p:nvPr/>
          </p:nvSpPr>
          <p:spPr>
            <a:xfrm>
              <a:off x="1057991" y="324970"/>
              <a:ext cx="6270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개요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792736E-BF00-6BCE-DE60-D00A845DD08B}"/>
                </a:ext>
              </a:extLst>
            </p:cNvPr>
            <p:cNvSpPr txBox="1"/>
            <p:nvPr/>
          </p:nvSpPr>
          <p:spPr>
            <a:xfrm>
              <a:off x="3579710" y="324970"/>
              <a:ext cx="15779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초기 모델</a:t>
              </a:r>
              <a:endParaRPr lang="en-US" altLang="ko-KR" dirty="0">
                <a:solidFill>
                  <a:schemeClr val="bg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  <a:p>
              <a:pPr algn="ctr"/>
              <a:r>
                <a:rPr lang="en-US" altLang="ko-KR" sz="1400" dirty="0">
                  <a:solidFill>
                    <a:schemeClr val="bg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(Preprocessing)</a:t>
              </a:r>
              <a:endParaRPr lang="ko-KR" altLang="en-US" sz="1400" dirty="0">
                <a:solidFill>
                  <a:schemeClr val="bg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F31A3072-9EFB-62CF-B861-F1191D989A04}"/>
                </a:ext>
              </a:extLst>
            </p:cNvPr>
            <p:cNvGrpSpPr/>
            <p:nvPr/>
          </p:nvGrpSpPr>
          <p:grpSpPr>
            <a:xfrm>
              <a:off x="1093" y="125507"/>
              <a:ext cx="12192000" cy="141761"/>
              <a:chOff x="0" y="157370"/>
              <a:chExt cx="12192000" cy="141761"/>
            </a:xfrm>
          </p:grpSpPr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2C58E922-5128-932D-4F08-A25BE0D02F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228600"/>
                <a:ext cx="12192000" cy="0"/>
              </a:xfrm>
              <a:prstGeom prst="line">
                <a:avLst/>
              </a:pr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6CF6C3BE-FDE5-CA04-09CC-DB0FA666A718}"/>
                  </a:ext>
                </a:extLst>
              </p:cNvPr>
              <p:cNvSpPr/>
              <p:nvPr/>
            </p:nvSpPr>
            <p:spPr>
              <a:xfrm>
                <a:off x="1299912" y="157370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68A41966-537D-100A-6C58-29B437F2D8C8}"/>
                  </a:ext>
                </a:extLst>
              </p:cNvPr>
              <p:cNvSpPr/>
              <p:nvPr/>
            </p:nvSpPr>
            <p:spPr>
              <a:xfrm>
                <a:off x="4286310" y="157370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4F870046-1190-51D1-D415-486292B249AB}"/>
                  </a:ext>
                </a:extLst>
              </p:cNvPr>
              <p:cNvSpPr/>
              <p:nvPr/>
            </p:nvSpPr>
            <p:spPr>
              <a:xfrm>
                <a:off x="10678309" y="158068"/>
                <a:ext cx="141063" cy="141063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A7644AA-2B78-A231-E300-684B72AE6E81}"/>
                </a:ext>
              </a:extLst>
            </p:cNvPr>
            <p:cNvSpPr/>
            <p:nvPr/>
          </p:nvSpPr>
          <p:spPr>
            <a:xfrm>
              <a:off x="7763536" y="125507"/>
              <a:ext cx="141063" cy="141063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47F6136-3FC8-C2AB-CE5D-CB0B496368D5}"/>
              </a:ext>
            </a:extLst>
          </p:cNvPr>
          <p:cNvSpPr txBox="1"/>
          <p:nvPr/>
        </p:nvSpPr>
        <p:spPr>
          <a:xfrm>
            <a:off x="7265644" y="32497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개선 모델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DBAD7-88CA-A77F-9317-70CD2808E69F}"/>
              </a:ext>
            </a:extLst>
          </p:cNvPr>
          <p:cNvSpPr txBox="1"/>
          <p:nvPr/>
        </p:nvSpPr>
        <p:spPr>
          <a:xfrm>
            <a:off x="10325783" y="324970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시사점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1C44CF9-2227-82C5-5279-5B0D0570C1F2}"/>
              </a:ext>
            </a:extLst>
          </p:cNvPr>
          <p:cNvGrpSpPr/>
          <p:nvPr/>
        </p:nvGrpSpPr>
        <p:grpSpPr>
          <a:xfrm>
            <a:off x="1635978" y="2955846"/>
            <a:ext cx="1518364" cy="646331"/>
            <a:chOff x="2600300" y="465609"/>
            <a:chExt cx="1518364" cy="64633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2598A223-4160-1C6A-F966-F617C28ED1DA}"/>
                </a:ext>
              </a:extLst>
            </p:cNvPr>
            <p:cNvGrpSpPr/>
            <p:nvPr/>
          </p:nvGrpSpPr>
          <p:grpSpPr>
            <a:xfrm>
              <a:off x="2634105" y="465609"/>
              <a:ext cx="1412566" cy="646331"/>
              <a:chOff x="1671191" y="1768761"/>
              <a:chExt cx="1619314" cy="646331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50EAE6EF-E269-D1AB-12D7-16658AC51C4F}"/>
                  </a:ext>
                </a:extLst>
              </p:cNvPr>
              <p:cNvSpPr/>
              <p:nvPr/>
            </p:nvSpPr>
            <p:spPr>
              <a:xfrm>
                <a:off x="1671191" y="1768761"/>
                <a:ext cx="1619314" cy="646331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87F230-A995-C62B-5B06-5053F89061D2}"/>
                  </a:ext>
                </a:extLst>
              </p:cNvPr>
              <p:cNvSpPr txBox="1"/>
              <p:nvPr/>
            </p:nvSpPr>
            <p:spPr>
              <a:xfrm>
                <a:off x="1813444" y="1826319"/>
                <a:ext cx="137858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dirty="0" err="1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  <a:cs typeface="ADLaM Display" panose="020F0502020204030204" pitchFamily="2" charset="0"/>
                  </a:rPr>
                  <a:t>pad_sequence</a:t>
                </a:r>
                <a:endParaRPr lang="en-US" altLang="ko-KR" sz="1100" dirty="0"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ADLaM Display" panose="020F0502020204030204" pitchFamily="2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CB1264F-2A72-D891-304D-5718BA46732C}"/>
                </a:ext>
              </a:extLst>
            </p:cNvPr>
            <p:cNvSpPr txBox="1"/>
            <p:nvPr/>
          </p:nvSpPr>
          <p:spPr>
            <a:xfrm>
              <a:off x="2600300" y="774158"/>
              <a:ext cx="15183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시퀀스 배열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 </a:t>
              </a:r>
              <a:r>
                <a:rPr lang="en-US" altLang="ko-KR" sz="1100" dirty="0" err="1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len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 = 474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7481F2F-82AE-87DC-3D1F-4B8D395EC254}"/>
              </a:ext>
            </a:extLst>
          </p:cNvPr>
          <p:cNvGrpSpPr/>
          <p:nvPr/>
        </p:nvGrpSpPr>
        <p:grpSpPr>
          <a:xfrm>
            <a:off x="1680755" y="2004977"/>
            <a:ext cx="1412566" cy="646331"/>
            <a:chOff x="2634105" y="465609"/>
            <a:chExt cx="1412566" cy="64633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C173FEA-88A9-6D88-F6E4-DF21C4BE805F}"/>
                </a:ext>
              </a:extLst>
            </p:cNvPr>
            <p:cNvGrpSpPr/>
            <p:nvPr/>
          </p:nvGrpSpPr>
          <p:grpSpPr>
            <a:xfrm>
              <a:off x="2634105" y="465609"/>
              <a:ext cx="1412566" cy="646331"/>
              <a:chOff x="1671191" y="1768761"/>
              <a:chExt cx="1619314" cy="646331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410A0554-2290-6E58-7B07-C60AE25B1758}"/>
                  </a:ext>
                </a:extLst>
              </p:cNvPr>
              <p:cNvSpPr/>
              <p:nvPr/>
            </p:nvSpPr>
            <p:spPr>
              <a:xfrm>
                <a:off x="1671191" y="1768761"/>
                <a:ext cx="1619314" cy="646331"/>
              </a:xfrm>
              <a:prstGeom prst="roundRect">
                <a:avLst>
                  <a:gd name="adj" fmla="val 7675"/>
                </a:avLst>
              </a:prstGeom>
              <a:solidFill>
                <a:schemeClr val="bg1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D8164B-E133-66C2-CB30-D8CC79431AFC}"/>
                  </a:ext>
                </a:extLst>
              </p:cNvPr>
              <p:cNvSpPr txBox="1"/>
              <p:nvPr/>
            </p:nvSpPr>
            <p:spPr>
              <a:xfrm>
                <a:off x="1994612" y="1843115"/>
                <a:ext cx="98349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100" dirty="0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  <a:cs typeface="ADLaM Display" panose="020F0502020204030204" pitchFamily="2" charset="0"/>
                  </a:rPr>
                  <a:t>Tokenizer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5B46CA-7677-5C3B-E7AD-67D1517CDBC2}"/>
                </a:ext>
              </a:extLst>
            </p:cNvPr>
            <p:cNvSpPr txBox="1"/>
            <p:nvPr/>
          </p:nvSpPr>
          <p:spPr>
            <a:xfrm>
              <a:off x="2682195" y="770147"/>
              <a:ext cx="13644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개별 단어 </a:t>
              </a:r>
              <a:r>
                <a:rPr lang="en-US" altLang="ko-KR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32100</a:t>
              </a:r>
              <a:r>
                <a:rPr lang="ko-KR" altLang="en-US" sz="1100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ADLaM Display" panose="020F0502020204030204" pitchFamily="2" charset="0"/>
                </a:rPr>
                <a:t>개</a:t>
              </a:r>
              <a:endParaRPr lang="en-US" altLang="ko-KR" sz="11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endParaRPr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2AABF21-DFD1-B8F8-125E-986538377509}"/>
              </a:ext>
            </a:extLst>
          </p:cNvPr>
          <p:cNvCxnSpPr>
            <a:cxnSpLocks/>
          </p:cNvCxnSpPr>
          <p:nvPr/>
        </p:nvCxnSpPr>
        <p:spPr>
          <a:xfrm>
            <a:off x="2353233" y="1720856"/>
            <a:ext cx="0" cy="27685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CF7E3A2-E95F-0090-0E51-0ACBCE8BF64B}"/>
              </a:ext>
            </a:extLst>
          </p:cNvPr>
          <p:cNvGrpSpPr/>
          <p:nvPr/>
        </p:nvGrpSpPr>
        <p:grpSpPr>
          <a:xfrm>
            <a:off x="1403785" y="1196908"/>
            <a:ext cx="1944562" cy="496934"/>
            <a:chOff x="1671191" y="1768761"/>
            <a:chExt cx="2786688" cy="624537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75CFA2A8-93F1-7F5C-51D9-822844D86382}"/>
                </a:ext>
              </a:extLst>
            </p:cNvPr>
            <p:cNvSpPr/>
            <p:nvPr/>
          </p:nvSpPr>
          <p:spPr>
            <a:xfrm>
              <a:off x="1671191" y="1768761"/>
              <a:ext cx="2786688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6DEA37-D436-F450-B850-F9436E716FCB}"/>
                </a:ext>
              </a:extLst>
            </p:cNvPr>
            <p:cNvSpPr txBox="1"/>
            <p:nvPr/>
          </p:nvSpPr>
          <p:spPr>
            <a:xfrm>
              <a:off x="2349514" y="1896363"/>
              <a:ext cx="14300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Statement</a:t>
              </a:r>
              <a:endParaRPr lang="ko-KR" altLang="en-US" sz="1400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435BFBC-04DD-EDC5-3FAA-C789B1546CCF}"/>
              </a:ext>
            </a:extLst>
          </p:cNvPr>
          <p:cNvCxnSpPr>
            <a:cxnSpLocks/>
          </p:cNvCxnSpPr>
          <p:nvPr/>
        </p:nvCxnSpPr>
        <p:spPr>
          <a:xfrm>
            <a:off x="2353233" y="2651308"/>
            <a:ext cx="0" cy="27685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E7A4BF5-2F3B-05C0-2041-3A3CFC4ECE4D}"/>
              </a:ext>
            </a:extLst>
          </p:cNvPr>
          <p:cNvGrpSpPr/>
          <p:nvPr/>
        </p:nvGrpSpPr>
        <p:grpSpPr>
          <a:xfrm>
            <a:off x="699155" y="3907334"/>
            <a:ext cx="3308156" cy="624537"/>
            <a:chOff x="1671191" y="1768761"/>
            <a:chExt cx="3792350" cy="624537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B506073C-CDCB-3BC8-51A8-A95DFB1633F3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034934-907C-3A02-DFF1-935F0AB333EE}"/>
                </a:ext>
              </a:extLst>
            </p:cNvPr>
            <p:cNvSpPr txBox="1"/>
            <p:nvPr/>
          </p:nvSpPr>
          <p:spPr>
            <a:xfrm>
              <a:off x="2576703" y="1896363"/>
              <a:ext cx="1981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Embedding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C3E7118-D106-C399-F0A2-93CFDBADE133}"/>
              </a:ext>
            </a:extLst>
          </p:cNvPr>
          <p:cNvGrpSpPr/>
          <p:nvPr/>
        </p:nvGrpSpPr>
        <p:grpSpPr>
          <a:xfrm>
            <a:off x="699155" y="4837786"/>
            <a:ext cx="3308156" cy="624537"/>
            <a:chOff x="1671191" y="1768761"/>
            <a:chExt cx="3792350" cy="624537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365A37D2-E21E-3FA3-2A8A-3FB64E7A8AAF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B65D7AD-1C85-5DA9-7394-7281B86AEF55}"/>
                </a:ext>
              </a:extLst>
            </p:cNvPr>
            <p:cNvSpPr txBox="1"/>
            <p:nvPr/>
          </p:nvSpPr>
          <p:spPr>
            <a:xfrm>
              <a:off x="2929527" y="1896363"/>
              <a:ext cx="12756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Flatten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AD61722-5ABA-16DC-6974-6E2D0191304D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2353233" y="4531871"/>
            <a:ext cx="0" cy="291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E2DC8F1A-1EA5-A883-B06B-EF12ABA538A6}"/>
              </a:ext>
            </a:extLst>
          </p:cNvPr>
          <p:cNvCxnSpPr>
            <a:cxnSpLocks/>
          </p:cNvCxnSpPr>
          <p:nvPr/>
        </p:nvCxnSpPr>
        <p:spPr>
          <a:xfrm>
            <a:off x="2353233" y="3602177"/>
            <a:ext cx="0" cy="28458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4D867A9-E604-5E60-6825-DFDD6DFDA106}"/>
              </a:ext>
            </a:extLst>
          </p:cNvPr>
          <p:cNvGrpSpPr/>
          <p:nvPr/>
        </p:nvGrpSpPr>
        <p:grpSpPr>
          <a:xfrm>
            <a:off x="699155" y="5768238"/>
            <a:ext cx="3308156" cy="624537"/>
            <a:chOff x="1671191" y="1768761"/>
            <a:chExt cx="3792350" cy="624537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7AF033F5-FDFB-DA3C-7F99-AD5B4BAE32E9}"/>
                </a:ext>
              </a:extLst>
            </p:cNvPr>
            <p:cNvSpPr/>
            <p:nvPr/>
          </p:nvSpPr>
          <p:spPr>
            <a:xfrm>
              <a:off x="1671191" y="1768761"/>
              <a:ext cx="3792350" cy="624537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 w="635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A6C316A-D328-1155-B054-826FFF2A98CC}"/>
                </a:ext>
              </a:extLst>
            </p:cNvPr>
            <p:cNvSpPr txBox="1"/>
            <p:nvPr/>
          </p:nvSpPr>
          <p:spPr>
            <a:xfrm>
              <a:off x="2670422" y="1896363"/>
              <a:ext cx="1793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Dense </a:t>
              </a:r>
              <a:r>
                <a:rPr lang="en-US" altLang="ko-KR" sz="1200" dirty="0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(TBD)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CD4A581D-257A-5B90-0D93-7B219BA03489}"/>
              </a:ext>
            </a:extLst>
          </p:cNvPr>
          <p:cNvCxnSpPr>
            <a:cxnSpLocks/>
          </p:cNvCxnSpPr>
          <p:nvPr/>
        </p:nvCxnSpPr>
        <p:spPr>
          <a:xfrm>
            <a:off x="2353233" y="5462323"/>
            <a:ext cx="0" cy="291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E735A33-DDA4-2075-B5BC-67A2C181E837}"/>
              </a:ext>
            </a:extLst>
          </p:cNvPr>
          <p:cNvSpPr/>
          <p:nvPr/>
        </p:nvSpPr>
        <p:spPr>
          <a:xfrm>
            <a:off x="0" y="4684049"/>
            <a:ext cx="5120155" cy="2196028"/>
          </a:xfrm>
          <a:prstGeom prst="rect">
            <a:avLst/>
          </a:prstGeom>
          <a:gradFill>
            <a:gsLst>
              <a:gs pos="0">
                <a:srgbClr val="262626">
                  <a:alpha val="0"/>
                </a:srgbClr>
              </a:gs>
              <a:gs pos="61000">
                <a:srgbClr val="26262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414D7C35-A84D-2196-5479-5CF76AEB05AA}"/>
              </a:ext>
            </a:extLst>
          </p:cNvPr>
          <p:cNvCxnSpPr>
            <a:cxnSpLocks/>
          </p:cNvCxnSpPr>
          <p:nvPr/>
        </p:nvCxnSpPr>
        <p:spPr>
          <a:xfrm>
            <a:off x="3093321" y="2309515"/>
            <a:ext cx="1912149" cy="0"/>
          </a:xfrm>
          <a:prstGeom prst="line">
            <a:avLst/>
          </a:prstGeom>
          <a:ln w="381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5E326841-D829-C1BA-D06C-D912D465C208}"/>
              </a:ext>
            </a:extLst>
          </p:cNvPr>
          <p:cNvSpPr/>
          <p:nvPr/>
        </p:nvSpPr>
        <p:spPr>
          <a:xfrm>
            <a:off x="5066435" y="1467314"/>
            <a:ext cx="6415380" cy="4915829"/>
          </a:xfrm>
          <a:prstGeom prst="roundRect">
            <a:avLst>
              <a:gd name="adj" fmla="val 8342"/>
            </a:avLst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B488DB2-FE7A-A0CB-60BB-F0B8E0AD9D9F}"/>
              </a:ext>
            </a:extLst>
          </p:cNvPr>
          <p:cNvSpPr txBox="1"/>
          <p:nvPr/>
        </p:nvSpPr>
        <p:spPr>
          <a:xfrm>
            <a:off x="5938103" y="1854789"/>
            <a:ext cx="48118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rPr>
              <a:t>A naked dead man with a straw </a:t>
            </a:r>
          </a:p>
          <a:p>
            <a:r>
              <a:rPr lang="en-US" altLang="ko-KR" sz="24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rPr>
              <a:t>in his hand in the desert.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A7063D-CC99-1446-3571-2422F98DAE71}"/>
              </a:ext>
            </a:extLst>
          </p:cNvPr>
          <p:cNvSpPr/>
          <p:nvPr/>
        </p:nvSpPr>
        <p:spPr>
          <a:xfrm rot="10800000">
            <a:off x="0" y="942871"/>
            <a:ext cx="4905368" cy="906275"/>
          </a:xfrm>
          <a:prstGeom prst="rect">
            <a:avLst/>
          </a:prstGeom>
          <a:gradFill>
            <a:gsLst>
              <a:gs pos="0">
                <a:srgbClr val="262626">
                  <a:alpha val="0"/>
                </a:srgbClr>
              </a:gs>
              <a:gs pos="61000">
                <a:srgbClr val="26262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AB78BB-51F2-21AD-A810-7C360C77DC7C}"/>
              </a:ext>
            </a:extLst>
          </p:cNvPr>
          <p:cNvSpPr txBox="1"/>
          <p:nvPr/>
        </p:nvSpPr>
        <p:spPr>
          <a:xfrm>
            <a:off x="6366602" y="2824927"/>
            <a:ext cx="45229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rPr>
              <a:t>[“A”, “naked”, “dead”, “man”, …</a:t>
            </a:r>
          </a:p>
          <a:p>
            <a:r>
              <a:rPr lang="en-US" altLang="ko-KR" sz="24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rPr>
              <a:t> “in”, “the”, “desert”]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2798DA-850F-F245-789F-29D7244143D6}"/>
              </a:ext>
            </a:extLst>
          </p:cNvPr>
          <p:cNvSpPr txBox="1"/>
          <p:nvPr/>
        </p:nvSpPr>
        <p:spPr>
          <a:xfrm>
            <a:off x="5867543" y="2744444"/>
            <a:ext cx="577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ADLaM Display" panose="020F0502020204030204" pitchFamily="2" charset="0"/>
              </a:rPr>
              <a:t>→</a:t>
            </a:r>
            <a:endParaRPr lang="en-US" altLang="ko-KR" sz="3600" dirty="0">
              <a:solidFill>
                <a:schemeClr val="bg1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ADLaM Display" panose="020F0502020204030204" pitchFamily="2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8746A36-A483-9469-B656-915D543706BA}"/>
              </a:ext>
            </a:extLst>
          </p:cNvPr>
          <p:cNvGrpSpPr/>
          <p:nvPr/>
        </p:nvGrpSpPr>
        <p:grpSpPr>
          <a:xfrm>
            <a:off x="5991397" y="4273596"/>
            <a:ext cx="1295936" cy="1591399"/>
            <a:chOff x="5736312" y="4109179"/>
            <a:chExt cx="1295936" cy="159139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3DDD7F40-0DEC-6619-494E-895A5A123EDC}"/>
                </a:ext>
              </a:extLst>
            </p:cNvPr>
            <p:cNvSpPr/>
            <p:nvPr/>
          </p:nvSpPr>
          <p:spPr>
            <a:xfrm>
              <a:off x="5736312" y="4109179"/>
              <a:ext cx="1295936" cy="1580063"/>
            </a:xfrm>
            <a:prstGeom prst="roundRect">
              <a:avLst>
                <a:gd name="adj" fmla="val 767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6971E2B1-DF2F-8C68-472F-A436B2069C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" t="2148" r="4973" b="2539"/>
            <a:stretch/>
          </p:blipFill>
          <p:spPr bwMode="auto">
            <a:xfrm>
              <a:off x="5853339" y="4232245"/>
              <a:ext cx="1058502" cy="1095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0AA190-71ED-A6DE-94C7-6F2929645E9D}"/>
                </a:ext>
              </a:extLst>
            </p:cNvPr>
            <p:cNvSpPr txBox="1"/>
            <p:nvPr/>
          </p:nvSpPr>
          <p:spPr>
            <a:xfrm>
              <a:off x="5907260" y="5331246"/>
              <a:ext cx="9653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Keras</a:t>
              </a:r>
              <a:endParaRPr lang="ko-KR" altLang="en-US" dirty="0">
                <a:latin typeface="G마켓 산스 Bold" panose="02000000000000000000" pitchFamily="50" charset="-127"/>
                <a:ea typeface="G마켓 산스 Bold" panose="02000000000000000000" pitchFamily="50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8617708-FDA4-59E9-DD1B-4D4E534CB902}"/>
              </a:ext>
            </a:extLst>
          </p:cNvPr>
          <p:cNvSpPr txBox="1"/>
          <p:nvPr/>
        </p:nvSpPr>
        <p:spPr>
          <a:xfrm>
            <a:off x="7425976" y="4832794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n w="6350">
                  <a:solidFill>
                    <a:schemeClr val="tx1"/>
                  </a:solidFill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Tokenizer</a:t>
            </a:r>
            <a:endParaRPr lang="ko-KR" altLang="en-US" sz="2400" dirty="0">
              <a:ln w="6350">
                <a:solidFill>
                  <a:schemeClr val="tx1"/>
                </a:solidFill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466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E24AC0-9A27-73F5-55C8-41B838FB42AB}"/>
              </a:ext>
            </a:extLst>
          </p:cNvPr>
          <p:cNvSpPr txBox="1"/>
          <p:nvPr/>
        </p:nvSpPr>
        <p:spPr>
          <a:xfrm>
            <a:off x="4720143" y="2567537"/>
            <a:ext cx="27517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5EC9B7C-51FD-A3AA-DC1F-69B99A0E90B4}"/>
              </a:ext>
            </a:extLst>
          </p:cNvPr>
          <p:cNvCxnSpPr>
            <a:cxnSpLocks/>
          </p:cNvCxnSpPr>
          <p:nvPr/>
        </p:nvCxnSpPr>
        <p:spPr>
          <a:xfrm>
            <a:off x="3613974" y="3389243"/>
            <a:ext cx="486079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F66AA7-C50F-410C-366C-470BC91F4822}"/>
              </a:ext>
            </a:extLst>
          </p:cNvPr>
          <p:cNvSpPr txBox="1"/>
          <p:nvPr/>
        </p:nvSpPr>
        <p:spPr>
          <a:xfrm>
            <a:off x="7778612" y="6550401"/>
            <a:ext cx="4413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 </a:t>
            </a:r>
            <a:r>
              <a:rPr lang="ko-KR" altLang="en-US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발표 자료는 </a:t>
            </a:r>
            <a:r>
              <a:rPr lang="ko-KR" altLang="en-US" sz="12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띵지로그</a:t>
            </a:r>
            <a:r>
              <a:rPr lang="ko-KR" altLang="en-US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님의 디자인을 상당 부분 사용했습니다</a:t>
            </a:r>
            <a:r>
              <a:rPr lang="en-US" altLang="ko-KR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4FA93D1-7419-A99E-4A61-47D382E59C93}"/>
              </a:ext>
            </a:extLst>
          </p:cNvPr>
          <p:cNvGrpSpPr/>
          <p:nvPr/>
        </p:nvGrpSpPr>
        <p:grpSpPr>
          <a:xfrm>
            <a:off x="0" y="6291757"/>
            <a:ext cx="5207866" cy="512560"/>
            <a:chOff x="5557020" y="6192632"/>
            <a:chExt cx="5207866" cy="51256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E06F308-C92F-993B-2E71-F599FBF1136A}"/>
                </a:ext>
              </a:extLst>
            </p:cNvPr>
            <p:cNvSpPr txBox="1"/>
            <p:nvPr/>
          </p:nvSpPr>
          <p:spPr>
            <a:xfrm>
              <a:off x="5557020" y="6192632"/>
              <a:ext cx="47420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  <a:latin typeface="나눔고딕 Light" panose="020D0904000000000000" pitchFamily="50" charset="-127"/>
                  <a:ea typeface="나눔고딕 Light" panose="020D0904000000000000" pitchFamily="50" charset="-127"/>
                </a:rPr>
                <a:t>References | An Internet-assisted Dixit Playing AI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39B9B81-6F8A-DACB-0174-3572F6A45D30}"/>
                </a:ext>
              </a:extLst>
            </p:cNvPr>
            <p:cNvSpPr txBox="1"/>
            <p:nvPr/>
          </p:nvSpPr>
          <p:spPr>
            <a:xfrm>
              <a:off x="6761867" y="6451276"/>
              <a:ext cx="400301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50" dirty="0">
                  <a:solidFill>
                    <a:schemeClr val="bg1"/>
                  </a:solidFill>
                  <a:latin typeface="나눔고딕 Light" panose="020D0904000000000000" pitchFamily="50" charset="-127"/>
                  <a:ea typeface="나눔고딕 Light" panose="020D0904000000000000" pitchFamily="50" charset="-127"/>
                </a:rPr>
                <a:t>https://dl.acm.org/doi/fullHtml/10.1145/3555858.3555863#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6333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402</Words>
  <Application>Microsoft Office PowerPoint</Application>
  <PresentationFormat>와이드스크린</PresentationFormat>
  <Paragraphs>110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2" baseType="lpstr">
      <vt:lpstr>나눔고딕 Light</vt:lpstr>
      <vt:lpstr>나눔고딕 ExtraBold</vt:lpstr>
      <vt:lpstr>inherit</vt:lpstr>
      <vt:lpstr>나눔스퀘어라운드OTF ExtraBold</vt:lpstr>
      <vt:lpstr>나눔스퀘어OTF_ac ExtraBold</vt:lpstr>
      <vt:lpstr>나눔스퀘어 ExtraBold</vt:lpstr>
      <vt:lpstr>나눔스퀘어라운드OTF Bold</vt:lpstr>
      <vt:lpstr>나눔스퀘어라운드 Bold</vt:lpstr>
      <vt:lpstr>나눔스퀘어 Bold</vt:lpstr>
      <vt:lpstr>에스코어 드림 7 ExtraBold</vt:lpstr>
      <vt:lpstr>G마켓 산스 Bold</vt:lpstr>
      <vt:lpstr>G마켓 산스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현의 김</dc:creator>
  <cp:lastModifiedBy>김현의</cp:lastModifiedBy>
  <cp:revision>23</cp:revision>
  <dcterms:created xsi:type="dcterms:W3CDTF">2022-12-16T08:59:50Z</dcterms:created>
  <dcterms:modified xsi:type="dcterms:W3CDTF">2024-11-10T09:44:12Z</dcterms:modified>
</cp:coreProperties>
</file>